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567" r:id="rId2"/>
    <p:sldId id="584" r:id="rId3"/>
    <p:sldId id="591" r:id="rId4"/>
    <p:sldId id="590" r:id="rId5"/>
    <p:sldId id="594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CC"/>
    <a:srgbClr val="9A7500"/>
    <a:srgbClr val="E561C9"/>
    <a:srgbClr val="FFFFF7"/>
    <a:srgbClr val="DEA900"/>
    <a:srgbClr val="CEE0F8"/>
    <a:srgbClr val="F3F7FD"/>
    <a:srgbClr val="F5F2ED"/>
    <a:srgbClr val="F2B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85" autoAdjust="0"/>
    <p:restoredTop sz="96236" autoAdjust="0"/>
  </p:normalViewPr>
  <p:slideViewPr>
    <p:cSldViewPr>
      <p:cViewPr varScale="1">
        <p:scale>
          <a:sx n="83" d="100"/>
          <a:sy n="83" d="100"/>
        </p:scale>
        <p:origin x="119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878F5-4928-4460-BA94-08D14CD1EE7A}" type="datetimeFigureOut">
              <a:rPr lang="en-US" smtClean="0"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DEE0C-6048-466D-BA2F-37FCC798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0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 userDrawn="1">
            <p:ph type="subTitle" idx="1"/>
          </p:nvPr>
        </p:nvSpPr>
        <p:spPr bwMode="gray">
          <a:xfrm>
            <a:off x="3372755" y="5029200"/>
            <a:ext cx="5527738" cy="381000"/>
          </a:xfrm>
        </p:spPr>
        <p:txBody>
          <a:bodyPr/>
          <a:lstStyle>
            <a:lvl1pPr marL="0" indent="0" algn="just">
              <a:buFont typeface="Wingdings" pitchFamily="2" charset="2"/>
              <a:buNone/>
              <a:defRPr sz="2400" b="0">
                <a:solidFill>
                  <a:schemeClr val="accent2">
                    <a:lumMod val="75000"/>
                  </a:schemeClr>
                </a:solidFill>
                <a:latin typeface="Times     New Roman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3382048" y="2046195"/>
            <a:ext cx="5518445" cy="2884501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defRPr sz="4000" b="1">
                <a:solidFill>
                  <a:schemeClr val="accent2">
                    <a:lumMod val="75000"/>
                  </a:schemeClr>
                </a:solidFill>
                <a:latin typeface="Times     New Roman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3291E-1821-41C9-B602-0CF0D243B8BE}"/>
              </a:ext>
            </a:extLst>
          </p:cNvPr>
          <p:cNvGrpSpPr/>
          <p:nvPr userDrawn="1"/>
        </p:nvGrpSpPr>
        <p:grpSpPr>
          <a:xfrm>
            <a:off x="0" y="-1"/>
            <a:ext cx="2995094" cy="4930697"/>
            <a:chOff x="0" y="-1"/>
            <a:chExt cx="2995094" cy="4930697"/>
          </a:xfrm>
          <a:effectLst>
            <a:outerShdw blurRad="190500" dist="38100" algn="l" rotWithShape="0">
              <a:prstClr val="black">
                <a:alpha val="35000"/>
              </a:prstClr>
            </a:outerShdw>
          </a:effectLst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33454BF-2801-4E8A-9E51-B688FEAC73D9}"/>
                </a:ext>
              </a:extLst>
            </p:cNvPr>
            <p:cNvSpPr/>
            <p:nvPr userDrawn="1"/>
          </p:nvSpPr>
          <p:spPr>
            <a:xfrm>
              <a:off x="1" y="-1"/>
              <a:ext cx="2995093" cy="3477097"/>
            </a:xfrm>
            <a:prstGeom prst="rect">
              <a:avLst/>
            </a:prstGeom>
            <a:solidFill>
              <a:srgbClr val="00A249"/>
            </a:solidFill>
            <a:ln>
              <a:solidFill>
                <a:srgbClr val="00A2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    New Roman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876C7D-2A17-447C-8A1C-C80DBEC02C4F}"/>
                </a:ext>
              </a:extLst>
            </p:cNvPr>
            <p:cNvGrpSpPr/>
            <p:nvPr userDrawn="1"/>
          </p:nvGrpSpPr>
          <p:grpSpPr>
            <a:xfrm>
              <a:off x="0" y="1935602"/>
              <a:ext cx="2995094" cy="2995094"/>
              <a:chOff x="29287" y="1497995"/>
              <a:chExt cx="3360681" cy="3360681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9AA20BB-A670-45E0-ADE8-FA908EAD08E1}"/>
                  </a:ext>
                </a:extLst>
              </p:cNvPr>
              <p:cNvSpPr/>
              <p:nvPr userDrawn="1"/>
            </p:nvSpPr>
            <p:spPr>
              <a:xfrm>
                <a:off x="29287" y="1497995"/>
                <a:ext cx="3360681" cy="3360681"/>
              </a:xfrm>
              <a:prstGeom prst="ellipse">
                <a:avLst/>
              </a:prstGeom>
              <a:solidFill>
                <a:srgbClr val="F5F2ED"/>
              </a:solidFill>
              <a:ln w="28575">
                <a:solidFill>
                  <a:srgbClr val="00A24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74B4D0-21A5-413B-81A5-040F42344F6E}"/>
                  </a:ext>
                </a:extLst>
              </p:cNvPr>
              <p:cNvSpPr txBox="1"/>
              <p:nvPr userDrawn="1"/>
            </p:nvSpPr>
            <p:spPr>
              <a:xfrm>
                <a:off x="239063" y="1713568"/>
                <a:ext cx="2965050" cy="3005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prstTxWarp prst="textButton">
                  <a:avLst>
                    <a:gd name="adj" fmla="val 10730228"/>
                  </a:avLst>
                </a:prstTxWarp>
                <a:spAutoFit/>
              </a:bodyPr>
              <a:lstStyle/>
              <a:p>
                <a:pPr algn="ctr"/>
                <a:r>
                  <a:rPr lang="vi-VN" sz="18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Headline R" panose="02030504000101010101" pitchFamily="18" charset="-127"/>
                    <a:cs typeface="Times New Roman" panose="02020603050405020304" pitchFamily="18" charset="0"/>
                  </a:rPr>
                  <a:t>DONG A </a:t>
                </a:r>
                <a:r>
                  <a:rPr lang="vi-VN" sz="18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Ami R" panose="02030504000101010101" pitchFamily="18" charset="-127"/>
                    <a:cs typeface="Times New Roman" panose="02020603050405020304" pitchFamily="18" charset="0"/>
                  </a:rPr>
                  <a:t>University</a:t>
                </a:r>
                <a:endParaRPr lang="en-US" sz="18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Ami R" panose="02030504000101010101" pitchFamily="18" charset="-127"/>
                  <a:cs typeface="Times New Roman" panose="02020603050405020304" pitchFamily="18" charset="0"/>
                </a:endParaRPr>
              </a:p>
              <a:p>
                <a:pPr algn="ctr"/>
                <a:endParaRPr lang="en-US" sz="20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Headline R" panose="02030504000101010101" pitchFamily="18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800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Headline R" panose="02030504000101010101" pitchFamily="18" charset="-127"/>
                    <a:cs typeface="Times New Roman" panose="02020603050405020304" pitchFamily="18" charset="0"/>
                  </a:rPr>
                  <a:t>Building roads to success</a:t>
                </a:r>
                <a:endParaRPr lang="vi-VN" sz="18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Ami R" panose="02030504000101010101" pitchFamily="18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80D06CB-F5C1-426A-AAC2-4434F6521762}"/>
                  </a:ext>
                </a:extLst>
              </p:cNvPr>
              <p:cNvGrpSpPr/>
              <p:nvPr/>
            </p:nvGrpSpPr>
            <p:grpSpPr>
              <a:xfrm>
                <a:off x="639202" y="2046195"/>
                <a:ext cx="2097232" cy="2064536"/>
                <a:chOff x="-717947" y="1779736"/>
                <a:chExt cx="3677105" cy="3619784"/>
              </a:xfrm>
            </p:grpSpPr>
            <p:sp>
              <p:nvSpPr>
                <p:cNvPr id="13" name="Isosceles Triangle 9">
                  <a:extLst>
                    <a:ext uri="{FF2B5EF4-FFF2-40B4-BE49-F238E27FC236}">
                      <a16:creationId xmlns:a16="http://schemas.microsoft.com/office/drawing/2014/main" id="{0F0A02F5-6BB0-4D4F-B290-545D604C619B}"/>
                    </a:ext>
                  </a:extLst>
                </p:cNvPr>
                <p:cNvSpPr/>
                <p:nvPr/>
              </p:nvSpPr>
              <p:spPr>
                <a:xfrm rot="10800000">
                  <a:off x="434537" y="1779736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17D4C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Isosceles Triangle 9">
                  <a:extLst>
                    <a:ext uri="{FF2B5EF4-FFF2-40B4-BE49-F238E27FC236}">
                      <a16:creationId xmlns:a16="http://schemas.microsoft.com/office/drawing/2014/main" id="{63F0908D-872D-4BF7-92F8-50EF3A2B8BD5}"/>
                    </a:ext>
                  </a:extLst>
                </p:cNvPr>
                <p:cNvSpPr/>
                <p:nvPr/>
              </p:nvSpPr>
              <p:spPr>
                <a:xfrm rot="15157986">
                  <a:off x="1424340" y="2526421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17D4C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Isosceles Triangle 9">
                  <a:extLst>
                    <a:ext uri="{FF2B5EF4-FFF2-40B4-BE49-F238E27FC236}">
                      <a16:creationId xmlns:a16="http://schemas.microsoft.com/office/drawing/2014/main" id="{50D1223D-FAB6-4214-8A27-3BB0C1CCABFD}"/>
                    </a:ext>
                  </a:extLst>
                </p:cNvPr>
                <p:cNvSpPr/>
                <p:nvPr/>
              </p:nvSpPr>
              <p:spPr>
                <a:xfrm rot="19410712">
                  <a:off x="1019914" y="3698580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17D4C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Isosceles Triangle 9">
                  <a:extLst>
                    <a:ext uri="{FF2B5EF4-FFF2-40B4-BE49-F238E27FC236}">
                      <a16:creationId xmlns:a16="http://schemas.microsoft.com/office/drawing/2014/main" id="{30070E72-7D82-49FF-86B4-029DC62C7F82}"/>
                    </a:ext>
                  </a:extLst>
                </p:cNvPr>
                <p:cNvSpPr/>
                <p:nvPr/>
              </p:nvSpPr>
              <p:spPr>
                <a:xfrm rot="2117596">
                  <a:off x="-221246" y="3702850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17D4C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Isosceles Triangle 9">
                  <a:extLst>
                    <a:ext uri="{FF2B5EF4-FFF2-40B4-BE49-F238E27FC236}">
                      <a16:creationId xmlns:a16="http://schemas.microsoft.com/office/drawing/2014/main" id="{A8DA29D9-8627-4524-AEDA-B86B324C1BAE}"/>
                    </a:ext>
                  </a:extLst>
                </p:cNvPr>
                <p:cNvSpPr/>
                <p:nvPr/>
              </p:nvSpPr>
              <p:spPr>
                <a:xfrm rot="6542386">
                  <a:off x="-556095" y="2510784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17D4C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Star: 5 Points 17">
                  <a:extLst>
                    <a:ext uri="{FF2B5EF4-FFF2-40B4-BE49-F238E27FC236}">
                      <a16:creationId xmlns:a16="http://schemas.microsoft.com/office/drawing/2014/main" id="{E907C4FB-B730-4BC3-9F81-5EAE6DC20DDD}"/>
                    </a:ext>
                  </a:extLst>
                </p:cNvPr>
                <p:cNvSpPr/>
                <p:nvPr/>
              </p:nvSpPr>
              <p:spPr>
                <a:xfrm>
                  <a:off x="841369" y="3386448"/>
                  <a:ext cx="542015" cy="542015"/>
                </a:xfrm>
                <a:prstGeom prst="star5">
                  <a:avLst/>
                </a:prstGeom>
                <a:solidFill>
                  <a:srgbClr val="E6412E"/>
                </a:solidFill>
                <a:ln>
                  <a:solidFill>
                    <a:srgbClr val="E6412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E2027ED-7686-4F75-AA98-4F5B15A30274}"/>
                  </a:ext>
                </a:extLst>
              </p:cNvPr>
              <p:cNvSpPr/>
              <p:nvPr userDrawn="1"/>
            </p:nvSpPr>
            <p:spPr>
              <a:xfrm>
                <a:off x="364961" y="1828800"/>
                <a:ext cx="2690191" cy="2690191"/>
              </a:xfrm>
              <a:prstGeom prst="ellipse">
                <a:avLst/>
              </a:prstGeom>
              <a:noFill/>
              <a:ln w="28575" cmpd="dbl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 bwMode="gray"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 userDrawn="1">
            <p:ph type="subTitle" idx="1"/>
          </p:nvPr>
        </p:nvSpPr>
        <p:spPr bwMode="gray">
          <a:xfrm>
            <a:off x="3581399" y="4343400"/>
            <a:ext cx="5181600" cy="381000"/>
          </a:xfrm>
        </p:spPr>
        <p:txBody>
          <a:bodyPr/>
          <a:lstStyle>
            <a:lvl1pPr marL="0" indent="0" algn="just">
              <a:buFont typeface="Wingdings" pitchFamily="2" charset="2"/>
              <a:buNone/>
              <a:defRPr sz="2400" b="0">
                <a:solidFill>
                  <a:schemeClr val="accent2">
                    <a:lumMod val="75000"/>
                  </a:schemeClr>
                </a:solidFill>
                <a:latin typeface="NewComputerModernMono10" panose="00000509000000000000" pitchFamily="49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3581400" y="2046195"/>
            <a:ext cx="5181600" cy="20542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defRPr sz="4000">
                <a:solidFill>
                  <a:schemeClr val="accent2">
                    <a:lumMod val="75000"/>
                  </a:schemeClr>
                </a:solidFill>
                <a:latin typeface="NewComputerModernMono10" panose="00000509000000000000" pitchFamily="49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FAA059-0471-4C76-8D2E-79370F70FE24}"/>
              </a:ext>
            </a:extLst>
          </p:cNvPr>
          <p:cNvGrpSpPr/>
          <p:nvPr userDrawn="1"/>
        </p:nvGrpSpPr>
        <p:grpSpPr>
          <a:xfrm>
            <a:off x="2306796" y="5124991"/>
            <a:ext cx="1579404" cy="1579404"/>
            <a:chOff x="2306796" y="5124991"/>
            <a:chExt cx="1579404" cy="157940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9AA20BB-A670-45E0-ADE8-FA908EAD08E1}"/>
                </a:ext>
              </a:extLst>
            </p:cNvPr>
            <p:cNvSpPr/>
            <p:nvPr userDrawn="1"/>
          </p:nvSpPr>
          <p:spPr>
            <a:xfrm>
              <a:off x="2306796" y="5124991"/>
              <a:ext cx="1579404" cy="157940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74B4D0-21A5-413B-81A5-040F42344F6E}"/>
                </a:ext>
              </a:extLst>
            </p:cNvPr>
            <p:cNvSpPr txBox="1"/>
            <p:nvPr/>
          </p:nvSpPr>
          <p:spPr>
            <a:xfrm>
              <a:off x="2386343" y="5226303"/>
              <a:ext cx="1434243" cy="14124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prstTxWarp prst="textButton">
                <a:avLst>
                  <a:gd name="adj" fmla="val 10730228"/>
                </a:avLst>
              </a:prstTxWarp>
              <a:spAutoFit/>
            </a:bodyPr>
            <a:lstStyle/>
            <a:p>
              <a:pPr algn="ctr"/>
              <a:r>
                <a:rPr lang="vi-VN" sz="105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Headline R" panose="02030504000101010101" pitchFamily="18" charset="-127"/>
                  <a:cs typeface="Times New Roman" panose="02020603050405020304" pitchFamily="18" charset="0"/>
                </a:rPr>
                <a:t>DONG A </a:t>
              </a:r>
              <a:r>
                <a:rPr lang="vi-VN" sz="105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Ami R" panose="02030504000101010101" pitchFamily="18" charset="-127"/>
                  <a:cs typeface="Times New Roman" panose="02020603050405020304" pitchFamily="18" charset="0"/>
                </a:rPr>
                <a:t>University</a:t>
              </a:r>
              <a:endParaRPr lang="en-US" sz="105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mi R" panose="02030504000101010101" pitchFamily="18" charset="-127"/>
                <a:cs typeface="Times New Roman" panose="02020603050405020304" pitchFamily="18" charset="0"/>
              </a:endParaRPr>
            </a:p>
            <a:p>
              <a:pPr algn="ctr"/>
              <a:endParaRPr lang="en-US" sz="11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Headline R" panose="02030504000101010101" pitchFamily="18" charset="-127"/>
                <a:cs typeface="Times New Roman" panose="02020603050405020304" pitchFamily="18" charset="0"/>
              </a:endParaRPr>
            </a:p>
            <a:p>
              <a:pPr algn="ctr"/>
              <a:r>
                <a:rPr lang="en-US" sz="1050" i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Headline R" panose="02030504000101010101" pitchFamily="18" charset="-127"/>
                  <a:cs typeface="Times New Roman" panose="02020603050405020304" pitchFamily="18" charset="0"/>
                </a:rPr>
                <a:t>Building roads to success</a:t>
              </a:r>
              <a:endParaRPr lang="vi-VN" sz="105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Ami R" panose="02030504000101010101" pitchFamily="18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80D06CB-F5C1-426A-AAC2-4434F6521762}"/>
                </a:ext>
              </a:extLst>
            </p:cNvPr>
            <p:cNvGrpSpPr/>
            <p:nvPr/>
          </p:nvGrpSpPr>
          <p:grpSpPr>
            <a:xfrm>
              <a:off x="2593435" y="5403791"/>
              <a:ext cx="985627" cy="970261"/>
              <a:chOff x="-717947" y="1779736"/>
              <a:chExt cx="3677105" cy="3619784"/>
            </a:xfrm>
          </p:grpSpPr>
          <p:sp>
            <p:nvSpPr>
              <p:cNvPr id="13" name="Isosceles Triangle 9">
                <a:extLst>
                  <a:ext uri="{FF2B5EF4-FFF2-40B4-BE49-F238E27FC236}">
                    <a16:creationId xmlns:a16="http://schemas.microsoft.com/office/drawing/2014/main" id="{0F0A02F5-6BB0-4D4F-B290-545D604C619B}"/>
                  </a:ext>
                </a:extLst>
              </p:cNvPr>
              <p:cNvSpPr/>
              <p:nvPr/>
            </p:nvSpPr>
            <p:spPr>
              <a:xfrm rot="10800000">
                <a:off x="434537" y="1779736"/>
                <a:ext cx="1372966" cy="1696670"/>
              </a:xfrm>
              <a:custGeom>
                <a:avLst/>
                <a:gdLst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0 w 1639888"/>
                  <a:gd name="connsiteY3" fmla="*/ 2218988 h 2218988"/>
                  <a:gd name="connsiteX0" fmla="*/ 0 w 1639888"/>
                  <a:gd name="connsiteY0" fmla="*/ 2218988 h 2226295"/>
                  <a:gd name="connsiteX1" fmla="*/ 819944 w 1639888"/>
                  <a:gd name="connsiteY1" fmla="*/ 0 h 2226295"/>
                  <a:gd name="connsiteX2" fmla="*/ 1639888 w 1639888"/>
                  <a:gd name="connsiteY2" fmla="*/ 2218988 h 2226295"/>
                  <a:gd name="connsiteX3" fmla="*/ 779745 w 1639888"/>
                  <a:gd name="connsiteY3" fmla="*/ 2226295 h 2226295"/>
                  <a:gd name="connsiteX4" fmla="*/ 0 w 1639888"/>
                  <a:gd name="connsiteY4" fmla="*/ 2218988 h 2226295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825462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429016 w 1639888"/>
                  <a:gd name="connsiteY1" fmla="*/ 1048848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199367 w 1639888"/>
                  <a:gd name="connsiteY3" fmla="*/ 998744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719630"/>
                  <a:gd name="connsiteY0" fmla="*/ 2218993 h 2218993"/>
                  <a:gd name="connsiteX1" fmla="*/ 78288 w 1719630"/>
                  <a:gd name="connsiteY1" fmla="*/ 961171 h 2218993"/>
                  <a:gd name="connsiteX2" fmla="*/ 819944 w 1719630"/>
                  <a:gd name="connsiteY2" fmla="*/ 5 h 2218993"/>
                  <a:gd name="connsiteX3" fmla="*/ 1593937 w 1719630"/>
                  <a:gd name="connsiteY3" fmla="*/ 948645 h 2218993"/>
                  <a:gd name="connsiteX4" fmla="*/ 1639888 w 1719630"/>
                  <a:gd name="connsiteY4" fmla="*/ 2218993 h 2218993"/>
                  <a:gd name="connsiteX5" fmla="*/ 811060 w 1719630"/>
                  <a:gd name="connsiteY5" fmla="*/ 1963253 h 2218993"/>
                  <a:gd name="connsiteX6" fmla="*/ 0 w 1719630"/>
                  <a:gd name="connsiteY6" fmla="*/ 2218993 h 2218993"/>
                  <a:gd name="connsiteX0" fmla="*/ 0 w 1731895"/>
                  <a:gd name="connsiteY0" fmla="*/ 2218994 h 2218994"/>
                  <a:gd name="connsiteX1" fmla="*/ 78288 w 1731895"/>
                  <a:gd name="connsiteY1" fmla="*/ 961172 h 2218994"/>
                  <a:gd name="connsiteX2" fmla="*/ 819944 w 1731895"/>
                  <a:gd name="connsiteY2" fmla="*/ 6 h 2218994"/>
                  <a:gd name="connsiteX3" fmla="*/ 1593937 w 1731895"/>
                  <a:gd name="connsiteY3" fmla="*/ 948646 h 2218994"/>
                  <a:gd name="connsiteX4" fmla="*/ 1639888 w 1731895"/>
                  <a:gd name="connsiteY4" fmla="*/ 2218994 h 2218994"/>
                  <a:gd name="connsiteX5" fmla="*/ 811060 w 1731895"/>
                  <a:gd name="connsiteY5" fmla="*/ 1963254 h 2218994"/>
                  <a:gd name="connsiteX6" fmla="*/ 0 w 1731895"/>
                  <a:gd name="connsiteY6" fmla="*/ 2218994 h 2218994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3187 w 1735082"/>
                  <a:gd name="connsiteY0" fmla="*/ 2218988 h 2218988"/>
                  <a:gd name="connsiteX1" fmla="*/ 81475 w 1735082"/>
                  <a:gd name="connsiteY1" fmla="*/ 961166 h 2218988"/>
                  <a:gd name="connsiteX2" fmla="*/ 823131 w 1735082"/>
                  <a:gd name="connsiteY2" fmla="*/ 0 h 2218988"/>
                  <a:gd name="connsiteX3" fmla="*/ 1597124 w 1735082"/>
                  <a:gd name="connsiteY3" fmla="*/ 948640 h 2218988"/>
                  <a:gd name="connsiteX4" fmla="*/ 1643075 w 1735082"/>
                  <a:gd name="connsiteY4" fmla="*/ 2218988 h 2218988"/>
                  <a:gd name="connsiteX5" fmla="*/ 814247 w 1735082"/>
                  <a:gd name="connsiteY5" fmla="*/ 1963248 h 2218988"/>
                  <a:gd name="connsiteX6" fmla="*/ 3187 w 1735082"/>
                  <a:gd name="connsiteY6" fmla="*/ 2218988 h 2218988"/>
                  <a:gd name="connsiteX0" fmla="*/ 47202 w 1779097"/>
                  <a:gd name="connsiteY0" fmla="*/ 2218988 h 2218988"/>
                  <a:gd name="connsiteX1" fmla="*/ 125490 w 1779097"/>
                  <a:gd name="connsiteY1" fmla="*/ 961166 h 2218988"/>
                  <a:gd name="connsiteX2" fmla="*/ 867146 w 1779097"/>
                  <a:gd name="connsiteY2" fmla="*/ 0 h 2218988"/>
                  <a:gd name="connsiteX3" fmla="*/ 1641139 w 1779097"/>
                  <a:gd name="connsiteY3" fmla="*/ 948640 h 2218988"/>
                  <a:gd name="connsiteX4" fmla="*/ 1687090 w 1779097"/>
                  <a:gd name="connsiteY4" fmla="*/ 2218988 h 2218988"/>
                  <a:gd name="connsiteX5" fmla="*/ 858262 w 1779097"/>
                  <a:gd name="connsiteY5" fmla="*/ 1963248 h 2218988"/>
                  <a:gd name="connsiteX6" fmla="*/ 47202 w 1779097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63736 w 1795631"/>
                  <a:gd name="connsiteY0" fmla="*/ 2218988 h 2218988"/>
                  <a:gd name="connsiteX1" fmla="*/ 142024 w 1795631"/>
                  <a:gd name="connsiteY1" fmla="*/ 961166 h 2218988"/>
                  <a:gd name="connsiteX2" fmla="*/ 883680 w 1795631"/>
                  <a:gd name="connsiteY2" fmla="*/ 0 h 2218988"/>
                  <a:gd name="connsiteX3" fmla="*/ 1657673 w 1795631"/>
                  <a:gd name="connsiteY3" fmla="*/ 948640 h 2218988"/>
                  <a:gd name="connsiteX4" fmla="*/ 1703624 w 1795631"/>
                  <a:gd name="connsiteY4" fmla="*/ 2218988 h 2218988"/>
                  <a:gd name="connsiteX5" fmla="*/ 874796 w 1795631"/>
                  <a:gd name="connsiteY5" fmla="*/ 1963248 h 2218988"/>
                  <a:gd name="connsiteX6" fmla="*/ 63736 w 1795631"/>
                  <a:gd name="connsiteY6" fmla="*/ 2218988 h 221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631" h="2218988">
                    <a:moveTo>
                      <a:pt x="63736" y="2218988"/>
                    </a:moveTo>
                    <a:cubicBezTo>
                      <a:pt x="-29166" y="1762136"/>
                      <a:pt x="-34385" y="1392966"/>
                      <a:pt x="142024" y="961166"/>
                    </a:cubicBezTo>
                    <a:cubicBezTo>
                      <a:pt x="318433" y="529366"/>
                      <a:pt x="505811" y="296450"/>
                      <a:pt x="883680" y="0"/>
                    </a:cubicBezTo>
                    <a:cubicBezTo>
                      <a:pt x="1180129" y="179539"/>
                      <a:pt x="1483438" y="528705"/>
                      <a:pt x="1657673" y="948640"/>
                    </a:cubicBezTo>
                    <a:cubicBezTo>
                      <a:pt x="1831908" y="1368575"/>
                      <a:pt x="1834103" y="2049887"/>
                      <a:pt x="1703624" y="2218988"/>
                    </a:cubicBezTo>
                    <a:cubicBezTo>
                      <a:pt x="1372728" y="2018571"/>
                      <a:pt x="1148111" y="1963248"/>
                      <a:pt x="874796" y="1963248"/>
                    </a:cubicBezTo>
                    <a:cubicBezTo>
                      <a:pt x="601481" y="1963248"/>
                      <a:pt x="430122" y="2035273"/>
                      <a:pt x="63736" y="2218988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9">
                <a:extLst>
                  <a:ext uri="{FF2B5EF4-FFF2-40B4-BE49-F238E27FC236}">
                    <a16:creationId xmlns:a16="http://schemas.microsoft.com/office/drawing/2014/main" id="{63F0908D-872D-4BF7-92F8-50EF3A2B8BD5}"/>
                  </a:ext>
                </a:extLst>
              </p:cNvPr>
              <p:cNvSpPr/>
              <p:nvPr/>
            </p:nvSpPr>
            <p:spPr>
              <a:xfrm rot="15157986">
                <a:off x="1424340" y="2526421"/>
                <a:ext cx="1372966" cy="1696670"/>
              </a:xfrm>
              <a:custGeom>
                <a:avLst/>
                <a:gdLst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0 w 1639888"/>
                  <a:gd name="connsiteY3" fmla="*/ 2218988 h 2218988"/>
                  <a:gd name="connsiteX0" fmla="*/ 0 w 1639888"/>
                  <a:gd name="connsiteY0" fmla="*/ 2218988 h 2226295"/>
                  <a:gd name="connsiteX1" fmla="*/ 819944 w 1639888"/>
                  <a:gd name="connsiteY1" fmla="*/ 0 h 2226295"/>
                  <a:gd name="connsiteX2" fmla="*/ 1639888 w 1639888"/>
                  <a:gd name="connsiteY2" fmla="*/ 2218988 h 2226295"/>
                  <a:gd name="connsiteX3" fmla="*/ 779745 w 1639888"/>
                  <a:gd name="connsiteY3" fmla="*/ 2226295 h 2226295"/>
                  <a:gd name="connsiteX4" fmla="*/ 0 w 1639888"/>
                  <a:gd name="connsiteY4" fmla="*/ 2218988 h 2226295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825462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429016 w 1639888"/>
                  <a:gd name="connsiteY1" fmla="*/ 1048848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199367 w 1639888"/>
                  <a:gd name="connsiteY3" fmla="*/ 998744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719630"/>
                  <a:gd name="connsiteY0" fmla="*/ 2218993 h 2218993"/>
                  <a:gd name="connsiteX1" fmla="*/ 78288 w 1719630"/>
                  <a:gd name="connsiteY1" fmla="*/ 961171 h 2218993"/>
                  <a:gd name="connsiteX2" fmla="*/ 819944 w 1719630"/>
                  <a:gd name="connsiteY2" fmla="*/ 5 h 2218993"/>
                  <a:gd name="connsiteX3" fmla="*/ 1593937 w 1719630"/>
                  <a:gd name="connsiteY3" fmla="*/ 948645 h 2218993"/>
                  <a:gd name="connsiteX4" fmla="*/ 1639888 w 1719630"/>
                  <a:gd name="connsiteY4" fmla="*/ 2218993 h 2218993"/>
                  <a:gd name="connsiteX5" fmla="*/ 811060 w 1719630"/>
                  <a:gd name="connsiteY5" fmla="*/ 1963253 h 2218993"/>
                  <a:gd name="connsiteX6" fmla="*/ 0 w 1719630"/>
                  <a:gd name="connsiteY6" fmla="*/ 2218993 h 2218993"/>
                  <a:gd name="connsiteX0" fmla="*/ 0 w 1731895"/>
                  <a:gd name="connsiteY0" fmla="*/ 2218994 h 2218994"/>
                  <a:gd name="connsiteX1" fmla="*/ 78288 w 1731895"/>
                  <a:gd name="connsiteY1" fmla="*/ 961172 h 2218994"/>
                  <a:gd name="connsiteX2" fmla="*/ 819944 w 1731895"/>
                  <a:gd name="connsiteY2" fmla="*/ 6 h 2218994"/>
                  <a:gd name="connsiteX3" fmla="*/ 1593937 w 1731895"/>
                  <a:gd name="connsiteY3" fmla="*/ 948646 h 2218994"/>
                  <a:gd name="connsiteX4" fmla="*/ 1639888 w 1731895"/>
                  <a:gd name="connsiteY4" fmla="*/ 2218994 h 2218994"/>
                  <a:gd name="connsiteX5" fmla="*/ 811060 w 1731895"/>
                  <a:gd name="connsiteY5" fmla="*/ 1963254 h 2218994"/>
                  <a:gd name="connsiteX6" fmla="*/ 0 w 1731895"/>
                  <a:gd name="connsiteY6" fmla="*/ 2218994 h 2218994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3187 w 1735082"/>
                  <a:gd name="connsiteY0" fmla="*/ 2218988 h 2218988"/>
                  <a:gd name="connsiteX1" fmla="*/ 81475 w 1735082"/>
                  <a:gd name="connsiteY1" fmla="*/ 961166 h 2218988"/>
                  <a:gd name="connsiteX2" fmla="*/ 823131 w 1735082"/>
                  <a:gd name="connsiteY2" fmla="*/ 0 h 2218988"/>
                  <a:gd name="connsiteX3" fmla="*/ 1597124 w 1735082"/>
                  <a:gd name="connsiteY3" fmla="*/ 948640 h 2218988"/>
                  <a:gd name="connsiteX4" fmla="*/ 1643075 w 1735082"/>
                  <a:gd name="connsiteY4" fmla="*/ 2218988 h 2218988"/>
                  <a:gd name="connsiteX5" fmla="*/ 814247 w 1735082"/>
                  <a:gd name="connsiteY5" fmla="*/ 1963248 h 2218988"/>
                  <a:gd name="connsiteX6" fmla="*/ 3187 w 1735082"/>
                  <a:gd name="connsiteY6" fmla="*/ 2218988 h 2218988"/>
                  <a:gd name="connsiteX0" fmla="*/ 47202 w 1779097"/>
                  <a:gd name="connsiteY0" fmla="*/ 2218988 h 2218988"/>
                  <a:gd name="connsiteX1" fmla="*/ 125490 w 1779097"/>
                  <a:gd name="connsiteY1" fmla="*/ 961166 h 2218988"/>
                  <a:gd name="connsiteX2" fmla="*/ 867146 w 1779097"/>
                  <a:gd name="connsiteY2" fmla="*/ 0 h 2218988"/>
                  <a:gd name="connsiteX3" fmla="*/ 1641139 w 1779097"/>
                  <a:gd name="connsiteY3" fmla="*/ 948640 h 2218988"/>
                  <a:gd name="connsiteX4" fmla="*/ 1687090 w 1779097"/>
                  <a:gd name="connsiteY4" fmla="*/ 2218988 h 2218988"/>
                  <a:gd name="connsiteX5" fmla="*/ 858262 w 1779097"/>
                  <a:gd name="connsiteY5" fmla="*/ 1963248 h 2218988"/>
                  <a:gd name="connsiteX6" fmla="*/ 47202 w 1779097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63736 w 1795631"/>
                  <a:gd name="connsiteY0" fmla="*/ 2218988 h 2218988"/>
                  <a:gd name="connsiteX1" fmla="*/ 142024 w 1795631"/>
                  <a:gd name="connsiteY1" fmla="*/ 961166 h 2218988"/>
                  <a:gd name="connsiteX2" fmla="*/ 883680 w 1795631"/>
                  <a:gd name="connsiteY2" fmla="*/ 0 h 2218988"/>
                  <a:gd name="connsiteX3" fmla="*/ 1657673 w 1795631"/>
                  <a:gd name="connsiteY3" fmla="*/ 948640 h 2218988"/>
                  <a:gd name="connsiteX4" fmla="*/ 1703624 w 1795631"/>
                  <a:gd name="connsiteY4" fmla="*/ 2218988 h 2218988"/>
                  <a:gd name="connsiteX5" fmla="*/ 874796 w 1795631"/>
                  <a:gd name="connsiteY5" fmla="*/ 1963248 h 2218988"/>
                  <a:gd name="connsiteX6" fmla="*/ 63736 w 1795631"/>
                  <a:gd name="connsiteY6" fmla="*/ 2218988 h 221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631" h="2218988">
                    <a:moveTo>
                      <a:pt x="63736" y="2218988"/>
                    </a:moveTo>
                    <a:cubicBezTo>
                      <a:pt x="-29166" y="1762136"/>
                      <a:pt x="-34385" y="1392966"/>
                      <a:pt x="142024" y="961166"/>
                    </a:cubicBezTo>
                    <a:cubicBezTo>
                      <a:pt x="318433" y="529366"/>
                      <a:pt x="505811" y="296450"/>
                      <a:pt x="883680" y="0"/>
                    </a:cubicBezTo>
                    <a:cubicBezTo>
                      <a:pt x="1180129" y="179539"/>
                      <a:pt x="1483438" y="528705"/>
                      <a:pt x="1657673" y="948640"/>
                    </a:cubicBezTo>
                    <a:cubicBezTo>
                      <a:pt x="1831908" y="1368575"/>
                      <a:pt x="1834103" y="2049887"/>
                      <a:pt x="1703624" y="2218988"/>
                    </a:cubicBezTo>
                    <a:cubicBezTo>
                      <a:pt x="1372728" y="2018571"/>
                      <a:pt x="1148111" y="1963248"/>
                      <a:pt x="874796" y="1963248"/>
                    </a:cubicBezTo>
                    <a:cubicBezTo>
                      <a:pt x="601481" y="1963248"/>
                      <a:pt x="430122" y="2035273"/>
                      <a:pt x="63736" y="2218988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9">
                <a:extLst>
                  <a:ext uri="{FF2B5EF4-FFF2-40B4-BE49-F238E27FC236}">
                    <a16:creationId xmlns:a16="http://schemas.microsoft.com/office/drawing/2014/main" id="{50D1223D-FAB6-4214-8A27-3BB0C1CCABFD}"/>
                  </a:ext>
                </a:extLst>
              </p:cNvPr>
              <p:cNvSpPr/>
              <p:nvPr/>
            </p:nvSpPr>
            <p:spPr>
              <a:xfrm rot="19410712">
                <a:off x="1019914" y="3698580"/>
                <a:ext cx="1372966" cy="1696670"/>
              </a:xfrm>
              <a:custGeom>
                <a:avLst/>
                <a:gdLst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0 w 1639888"/>
                  <a:gd name="connsiteY3" fmla="*/ 2218988 h 2218988"/>
                  <a:gd name="connsiteX0" fmla="*/ 0 w 1639888"/>
                  <a:gd name="connsiteY0" fmla="*/ 2218988 h 2226295"/>
                  <a:gd name="connsiteX1" fmla="*/ 819944 w 1639888"/>
                  <a:gd name="connsiteY1" fmla="*/ 0 h 2226295"/>
                  <a:gd name="connsiteX2" fmla="*/ 1639888 w 1639888"/>
                  <a:gd name="connsiteY2" fmla="*/ 2218988 h 2226295"/>
                  <a:gd name="connsiteX3" fmla="*/ 779745 w 1639888"/>
                  <a:gd name="connsiteY3" fmla="*/ 2226295 h 2226295"/>
                  <a:gd name="connsiteX4" fmla="*/ 0 w 1639888"/>
                  <a:gd name="connsiteY4" fmla="*/ 2218988 h 2226295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825462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429016 w 1639888"/>
                  <a:gd name="connsiteY1" fmla="*/ 1048848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199367 w 1639888"/>
                  <a:gd name="connsiteY3" fmla="*/ 998744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719630"/>
                  <a:gd name="connsiteY0" fmla="*/ 2218993 h 2218993"/>
                  <a:gd name="connsiteX1" fmla="*/ 78288 w 1719630"/>
                  <a:gd name="connsiteY1" fmla="*/ 961171 h 2218993"/>
                  <a:gd name="connsiteX2" fmla="*/ 819944 w 1719630"/>
                  <a:gd name="connsiteY2" fmla="*/ 5 h 2218993"/>
                  <a:gd name="connsiteX3" fmla="*/ 1593937 w 1719630"/>
                  <a:gd name="connsiteY3" fmla="*/ 948645 h 2218993"/>
                  <a:gd name="connsiteX4" fmla="*/ 1639888 w 1719630"/>
                  <a:gd name="connsiteY4" fmla="*/ 2218993 h 2218993"/>
                  <a:gd name="connsiteX5" fmla="*/ 811060 w 1719630"/>
                  <a:gd name="connsiteY5" fmla="*/ 1963253 h 2218993"/>
                  <a:gd name="connsiteX6" fmla="*/ 0 w 1719630"/>
                  <a:gd name="connsiteY6" fmla="*/ 2218993 h 2218993"/>
                  <a:gd name="connsiteX0" fmla="*/ 0 w 1731895"/>
                  <a:gd name="connsiteY0" fmla="*/ 2218994 h 2218994"/>
                  <a:gd name="connsiteX1" fmla="*/ 78288 w 1731895"/>
                  <a:gd name="connsiteY1" fmla="*/ 961172 h 2218994"/>
                  <a:gd name="connsiteX2" fmla="*/ 819944 w 1731895"/>
                  <a:gd name="connsiteY2" fmla="*/ 6 h 2218994"/>
                  <a:gd name="connsiteX3" fmla="*/ 1593937 w 1731895"/>
                  <a:gd name="connsiteY3" fmla="*/ 948646 h 2218994"/>
                  <a:gd name="connsiteX4" fmla="*/ 1639888 w 1731895"/>
                  <a:gd name="connsiteY4" fmla="*/ 2218994 h 2218994"/>
                  <a:gd name="connsiteX5" fmla="*/ 811060 w 1731895"/>
                  <a:gd name="connsiteY5" fmla="*/ 1963254 h 2218994"/>
                  <a:gd name="connsiteX6" fmla="*/ 0 w 1731895"/>
                  <a:gd name="connsiteY6" fmla="*/ 2218994 h 2218994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3187 w 1735082"/>
                  <a:gd name="connsiteY0" fmla="*/ 2218988 h 2218988"/>
                  <a:gd name="connsiteX1" fmla="*/ 81475 w 1735082"/>
                  <a:gd name="connsiteY1" fmla="*/ 961166 h 2218988"/>
                  <a:gd name="connsiteX2" fmla="*/ 823131 w 1735082"/>
                  <a:gd name="connsiteY2" fmla="*/ 0 h 2218988"/>
                  <a:gd name="connsiteX3" fmla="*/ 1597124 w 1735082"/>
                  <a:gd name="connsiteY3" fmla="*/ 948640 h 2218988"/>
                  <a:gd name="connsiteX4" fmla="*/ 1643075 w 1735082"/>
                  <a:gd name="connsiteY4" fmla="*/ 2218988 h 2218988"/>
                  <a:gd name="connsiteX5" fmla="*/ 814247 w 1735082"/>
                  <a:gd name="connsiteY5" fmla="*/ 1963248 h 2218988"/>
                  <a:gd name="connsiteX6" fmla="*/ 3187 w 1735082"/>
                  <a:gd name="connsiteY6" fmla="*/ 2218988 h 2218988"/>
                  <a:gd name="connsiteX0" fmla="*/ 47202 w 1779097"/>
                  <a:gd name="connsiteY0" fmla="*/ 2218988 h 2218988"/>
                  <a:gd name="connsiteX1" fmla="*/ 125490 w 1779097"/>
                  <a:gd name="connsiteY1" fmla="*/ 961166 h 2218988"/>
                  <a:gd name="connsiteX2" fmla="*/ 867146 w 1779097"/>
                  <a:gd name="connsiteY2" fmla="*/ 0 h 2218988"/>
                  <a:gd name="connsiteX3" fmla="*/ 1641139 w 1779097"/>
                  <a:gd name="connsiteY3" fmla="*/ 948640 h 2218988"/>
                  <a:gd name="connsiteX4" fmla="*/ 1687090 w 1779097"/>
                  <a:gd name="connsiteY4" fmla="*/ 2218988 h 2218988"/>
                  <a:gd name="connsiteX5" fmla="*/ 858262 w 1779097"/>
                  <a:gd name="connsiteY5" fmla="*/ 1963248 h 2218988"/>
                  <a:gd name="connsiteX6" fmla="*/ 47202 w 1779097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63736 w 1795631"/>
                  <a:gd name="connsiteY0" fmla="*/ 2218988 h 2218988"/>
                  <a:gd name="connsiteX1" fmla="*/ 142024 w 1795631"/>
                  <a:gd name="connsiteY1" fmla="*/ 961166 h 2218988"/>
                  <a:gd name="connsiteX2" fmla="*/ 883680 w 1795631"/>
                  <a:gd name="connsiteY2" fmla="*/ 0 h 2218988"/>
                  <a:gd name="connsiteX3" fmla="*/ 1657673 w 1795631"/>
                  <a:gd name="connsiteY3" fmla="*/ 948640 h 2218988"/>
                  <a:gd name="connsiteX4" fmla="*/ 1703624 w 1795631"/>
                  <a:gd name="connsiteY4" fmla="*/ 2218988 h 2218988"/>
                  <a:gd name="connsiteX5" fmla="*/ 874796 w 1795631"/>
                  <a:gd name="connsiteY5" fmla="*/ 1963248 h 2218988"/>
                  <a:gd name="connsiteX6" fmla="*/ 63736 w 1795631"/>
                  <a:gd name="connsiteY6" fmla="*/ 2218988 h 221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631" h="2218988">
                    <a:moveTo>
                      <a:pt x="63736" y="2218988"/>
                    </a:moveTo>
                    <a:cubicBezTo>
                      <a:pt x="-29166" y="1762136"/>
                      <a:pt x="-34385" y="1392966"/>
                      <a:pt x="142024" y="961166"/>
                    </a:cubicBezTo>
                    <a:cubicBezTo>
                      <a:pt x="318433" y="529366"/>
                      <a:pt x="505811" y="296450"/>
                      <a:pt x="883680" y="0"/>
                    </a:cubicBezTo>
                    <a:cubicBezTo>
                      <a:pt x="1180129" y="179539"/>
                      <a:pt x="1483438" y="528705"/>
                      <a:pt x="1657673" y="948640"/>
                    </a:cubicBezTo>
                    <a:cubicBezTo>
                      <a:pt x="1831908" y="1368575"/>
                      <a:pt x="1834103" y="2049887"/>
                      <a:pt x="1703624" y="2218988"/>
                    </a:cubicBezTo>
                    <a:cubicBezTo>
                      <a:pt x="1372728" y="2018571"/>
                      <a:pt x="1148111" y="1963248"/>
                      <a:pt x="874796" y="1963248"/>
                    </a:cubicBezTo>
                    <a:cubicBezTo>
                      <a:pt x="601481" y="1963248"/>
                      <a:pt x="430122" y="2035273"/>
                      <a:pt x="63736" y="2218988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9">
                <a:extLst>
                  <a:ext uri="{FF2B5EF4-FFF2-40B4-BE49-F238E27FC236}">
                    <a16:creationId xmlns:a16="http://schemas.microsoft.com/office/drawing/2014/main" id="{30070E72-7D82-49FF-86B4-029DC62C7F82}"/>
                  </a:ext>
                </a:extLst>
              </p:cNvPr>
              <p:cNvSpPr/>
              <p:nvPr/>
            </p:nvSpPr>
            <p:spPr>
              <a:xfrm rot="2117596">
                <a:off x="-221246" y="3702850"/>
                <a:ext cx="1372966" cy="1696670"/>
              </a:xfrm>
              <a:custGeom>
                <a:avLst/>
                <a:gdLst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0 w 1639888"/>
                  <a:gd name="connsiteY3" fmla="*/ 2218988 h 2218988"/>
                  <a:gd name="connsiteX0" fmla="*/ 0 w 1639888"/>
                  <a:gd name="connsiteY0" fmla="*/ 2218988 h 2226295"/>
                  <a:gd name="connsiteX1" fmla="*/ 819944 w 1639888"/>
                  <a:gd name="connsiteY1" fmla="*/ 0 h 2226295"/>
                  <a:gd name="connsiteX2" fmla="*/ 1639888 w 1639888"/>
                  <a:gd name="connsiteY2" fmla="*/ 2218988 h 2226295"/>
                  <a:gd name="connsiteX3" fmla="*/ 779745 w 1639888"/>
                  <a:gd name="connsiteY3" fmla="*/ 2226295 h 2226295"/>
                  <a:gd name="connsiteX4" fmla="*/ 0 w 1639888"/>
                  <a:gd name="connsiteY4" fmla="*/ 2218988 h 2226295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825462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429016 w 1639888"/>
                  <a:gd name="connsiteY1" fmla="*/ 1048848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199367 w 1639888"/>
                  <a:gd name="connsiteY3" fmla="*/ 998744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719630"/>
                  <a:gd name="connsiteY0" fmla="*/ 2218993 h 2218993"/>
                  <a:gd name="connsiteX1" fmla="*/ 78288 w 1719630"/>
                  <a:gd name="connsiteY1" fmla="*/ 961171 h 2218993"/>
                  <a:gd name="connsiteX2" fmla="*/ 819944 w 1719630"/>
                  <a:gd name="connsiteY2" fmla="*/ 5 h 2218993"/>
                  <a:gd name="connsiteX3" fmla="*/ 1593937 w 1719630"/>
                  <a:gd name="connsiteY3" fmla="*/ 948645 h 2218993"/>
                  <a:gd name="connsiteX4" fmla="*/ 1639888 w 1719630"/>
                  <a:gd name="connsiteY4" fmla="*/ 2218993 h 2218993"/>
                  <a:gd name="connsiteX5" fmla="*/ 811060 w 1719630"/>
                  <a:gd name="connsiteY5" fmla="*/ 1963253 h 2218993"/>
                  <a:gd name="connsiteX6" fmla="*/ 0 w 1719630"/>
                  <a:gd name="connsiteY6" fmla="*/ 2218993 h 2218993"/>
                  <a:gd name="connsiteX0" fmla="*/ 0 w 1731895"/>
                  <a:gd name="connsiteY0" fmla="*/ 2218994 h 2218994"/>
                  <a:gd name="connsiteX1" fmla="*/ 78288 w 1731895"/>
                  <a:gd name="connsiteY1" fmla="*/ 961172 h 2218994"/>
                  <a:gd name="connsiteX2" fmla="*/ 819944 w 1731895"/>
                  <a:gd name="connsiteY2" fmla="*/ 6 h 2218994"/>
                  <a:gd name="connsiteX3" fmla="*/ 1593937 w 1731895"/>
                  <a:gd name="connsiteY3" fmla="*/ 948646 h 2218994"/>
                  <a:gd name="connsiteX4" fmla="*/ 1639888 w 1731895"/>
                  <a:gd name="connsiteY4" fmla="*/ 2218994 h 2218994"/>
                  <a:gd name="connsiteX5" fmla="*/ 811060 w 1731895"/>
                  <a:gd name="connsiteY5" fmla="*/ 1963254 h 2218994"/>
                  <a:gd name="connsiteX6" fmla="*/ 0 w 1731895"/>
                  <a:gd name="connsiteY6" fmla="*/ 2218994 h 2218994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3187 w 1735082"/>
                  <a:gd name="connsiteY0" fmla="*/ 2218988 h 2218988"/>
                  <a:gd name="connsiteX1" fmla="*/ 81475 w 1735082"/>
                  <a:gd name="connsiteY1" fmla="*/ 961166 h 2218988"/>
                  <a:gd name="connsiteX2" fmla="*/ 823131 w 1735082"/>
                  <a:gd name="connsiteY2" fmla="*/ 0 h 2218988"/>
                  <a:gd name="connsiteX3" fmla="*/ 1597124 w 1735082"/>
                  <a:gd name="connsiteY3" fmla="*/ 948640 h 2218988"/>
                  <a:gd name="connsiteX4" fmla="*/ 1643075 w 1735082"/>
                  <a:gd name="connsiteY4" fmla="*/ 2218988 h 2218988"/>
                  <a:gd name="connsiteX5" fmla="*/ 814247 w 1735082"/>
                  <a:gd name="connsiteY5" fmla="*/ 1963248 h 2218988"/>
                  <a:gd name="connsiteX6" fmla="*/ 3187 w 1735082"/>
                  <a:gd name="connsiteY6" fmla="*/ 2218988 h 2218988"/>
                  <a:gd name="connsiteX0" fmla="*/ 47202 w 1779097"/>
                  <a:gd name="connsiteY0" fmla="*/ 2218988 h 2218988"/>
                  <a:gd name="connsiteX1" fmla="*/ 125490 w 1779097"/>
                  <a:gd name="connsiteY1" fmla="*/ 961166 h 2218988"/>
                  <a:gd name="connsiteX2" fmla="*/ 867146 w 1779097"/>
                  <a:gd name="connsiteY2" fmla="*/ 0 h 2218988"/>
                  <a:gd name="connsiteX3" fmla="*/ 1641139 w 1779097"/>
                  <a:gd name="connsiteY3" fmla="*/ 948640 h 2218988"/>
                  <a:gd name="connsiteX4" fmla="*/ 1687090 w 1779097"/>
                  <a:gd name="connsiteY4" fmla="*/ 2218988 h 2218988"/>
                  <a:gd name="connsiteX5" fmla="*/ 858262 w 1779097"/>
                  <a:gd name="connsiteY5" fmla="*/ 1963248 h 2218988"/>
                  <a:gd name="connsiteX6" fmla="*/ 47202 w 1779097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63736 w 1795631"/>
                  <a:gd name="connsiteY0" fmla="*/ 2218988 h 2218988"/>
                  <a:gd name="connsiteX1" fmla="*/ 142024 w 1795631"/>
                  <a:gd name="connsiteY1" fmla="*/ 961166 h 2218988"/>
                  <a:gd name="connsiteX2" fmla="*/ 883680 w 1795631"/>
                  <a:gd name="connsiteY2" fmla="*/ 0 h 2218988"/>
                  <a:gd name="connsiteX3" fmla="*/ 1657673 w 1795631"/>
                  <a:gd name="connsiteY3" fmla="*/ 948640 h 2218988"/>
                  <a:gd name="connsiteX4" fmla="*/ 1703624 w 1795631"/>
                  <a:gd name="connsiteY4" fmla="*/ 2218988 h 2218988"/>
                  <a:gd name="connsiteX5" fmla="*/ 874796 w 1795631"/>
                  <a:gd name="connsiteY5" fmla="*/ 1963248 h 2218988"/>
                  <a:gd name="connsiteX6" fmla="*/ 63736 w 1795631"/>
                  <a:gd name="connsiteY6" fmla="*/ 2218988 h 221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631" h="2218988">
                    <a:moveTo>
                      <a:pt x="63736" y="2218988"/>
                    </a:moveTo>
                    <a:cubicBezTo>
                      <a:pt x="-29166" y="1762136"/>
                      <a:pt x="-34385" y="1392966"/>
                      <a:pt x="142024" y="961166"/>
                    </a:cubicBezTo>
                    <a:cubicBezTo>
                      <a:pt x="318433" y="529366"/>
                      <a:pt x="505811" y="296450"/>
                      <a:pt x="883680" y="0"/>
                    </a:cubicBezTo>
                    <a:cubicBezTo>
                      <a:pt x="1180129" y="179539"/>
                      <a:pt x="1483438" y="528705"/>
                      <a:pt x="1657673" y="948640"/>
                    </a:cubicBezTo>
                    <a:cubicBezTo>
                      <a:pt x="1831908" y="1368575"/>
                      <a:pt x="1834103" y="2049887"/>
                      <a:pt x="1703624" y="2218988"/>
                    </a:cubicBezTo>
                    <a:cubicBezTo>
                      <a:pt x="1372728" y="2018571"/>
                      <a:pt x="1148111" y="1963248"/>
                      <a:pt x="874796" y="1963248"/>
                    </a:cubicBezTo>
                    <a:cubicBezTo>
                      <a:pt x="601481" y="1963248"/>
                      <a:pt x="430122" y="2035273"/>
                      <a:pt x="63736" y="2218988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9">
                <a:extLst>
                  <a:ext uri="{FF2B5EF4-FFF2-40B4-BE49-F238E27FC236}">
                    <a16:creationId xmlns:a16="http://schemas.microsoft.com/office/drawing/2014/main" id="{A8DA29D9-8627-4524-AEDA-B86B324C1BAE}"/>
                  </a:ext>
                </a:extLst>
              </p:cNvPr>
              <p:cNvSpPr/>
              <p:nvPr/>
            </p:nvSpPr>
            <p:spPr>
              <a:xfrm rot="6542386">
                <a:off x="-556095" y="2510784"/>
                <a:ext cx="1372966" cy="1696670"/>
              </a:xfrm>
              <a:custGeom>
                <a:avLst/>
                <a:gdLst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0 w 1639888"/>
                  <a:gd name="connsiteY3" fmla="*/ 2218988 h 2218988"/>
                  <a:gd name="connsiteX0" fmla="*/ 0 w 1639888"/>
                  <a:gd name="connsiteY0" fmla="*/ 2218988 h 2226295"/>
                  <a:gd name="connsiteX1" fmla="*/ 819944 w 1639888"/>
                  <a:gd name="connsiteY1" fmla="*/ 0 h 2226295"/>
                  <a:gd name="connsiteX2" fmla="*/ 1639888 w 1639888"/>
                  <a:gd name="connsiteY2" fmla="*/ 2218988 h 2226295"/>
                  <a:gd name="connsiteX3" fmla="*/ 779745 w 1639888"/>
                  <a:gd name="connsiteY3" fmla="*/ 2226295 h 2226295"/>
                  <a:gd name="connsiteX4" fmla="*/ 0 w 1639888"/>
                  <a:gd name="connsiteY4" fmla="*/ 2218988 h 2226295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825462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819944 w 1639888"/>
                  <a:gd name="connsiteY1" fmla="*/ 0 h 2218988"/>
                  <a:gd name="connsiteX2" fmla="*/ 1639888 w 1639888"/>
                  <a:gd name="connsiteY2" fmla="*/ 2218988 h 2218988"/>
                  <a:gd name="connsiteX3" fmla="*/ 811060 w 1639888"/>
                  <a:gd name="connsiteY3" fmla="*/ 1963248 h 2218988"/>
                  <a:gd name="connsiteX4" fmla="*/ 0 w 1639888"/>
                  <a:gd name="connsiteY4" fmla="*/ 2218988 h 2218988"/>
                  <a:gd name="connsiteX0" fmla="*/ 0 w 1639888"/>
                  <a:gd name="connsiteY0" fmla="*/ 2218988 h 2218988"/>
                  <a:gd name="connsiteX1" fmla="*/ 429016 w 1639888"/>
                  <a:gd name="connsiteY1" fmla="*/ 1048848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639888 w 1639888"/>
                  <a:gd name="connsiteY3" fmla="*/ 2218988 h 2218988"/>
                  <a:gd name="connsiteX4" fmla="*/ 811060 w 1639888"/>
                  <a:gd name="connsiteY4" fmla="*/ 1963248 h 2218988"/>
                  <a:gd name="connsiteX5" fmla="*/ 0 w 1639888"/>
                  <a:gd name="connsiteY5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199367 w 1639888"/>
                  <a:gd name="connsiteY3" fmla="*/ 998744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58760"/>
                  <a:gd name="connsiteX1" fmla="*/ 78288 w 1639888"/>
                  <a:gd name="connsiteY1" fmla="*/ 961166 h 2258760"/>
                  <a:gd name="connsiteX2" fmla="*/ 819944 w 1639888"/>
                  <a:gd name="connsiteY2" fmla="*/ 0 h 2258760"/>
                  <a:gd name="connsiteX3" fmla="*/ 1593937 w 1639888"/>
                  <a:gd name="connsiteY3" fmla="*/ 948640 h 2258760"/>
                  <a:gd name="connsiteX4" fmla="*/ 1639888 w 1639888"/>
                  <a:gd name="connsiteY4" fmla="*/ 2218988 h 2258760"/>
                  <a:gd name="connsiteX5" fmla="*/ 811060 w 1639888"/>
                  <a:gd name="connsiteY5" fmla="*/ 1963248 h 2258760"/>
                  <a:gd name="connsiteX6" fmla="*/ 0 w 1639888"/>
                  <a:gd name="connsiteY6" fmla="*/ 2218988 h 2258760"/>
                  <a:gd name="connsiteX0" fmla="*/ 0 w 1639888"/>
                  <a:gd name="connsiteY0" fmla="*/ 2218988 h 2218988"/>
                  <a:gd name="connsiteX1" fmla="*/ 78288 w 1639888"/>
                  <a:gd name="connsiteY1" fmla="*/ 961166 h 2218988"/>
                  <a:gd name="connsiteX2" fmla="*/ 819944 w 1639888"/>
                  <a:gd name="connsiteY2" fmla="*/ 0 h 2218988"/>
                  <a:gd name="connsiteX3" fmla="*/ 1593937 w 1639888"/>
                  <a:gd name="connsiteY3" fmla="*/ 948640 h 2218988"/>
                  <a:gd name="connsiteX4" fmla="*/ 1639888 w 1639888"/>
                  <a:gd name="connsiteY4" fmla="*/ 2218988 h 2218988"/>
                  <a:gd name="connsiteX5" fmla="*/ 811060 w 1639888"/>
                  <a:gd name="connsiteY5" fmla="*/ 1963248 h 2218988"/>
                  <a:gd name="connsiteX6" fmla="*/ 0 w 1639888"/>
                  <a:gd name="connsiteY6" fmla="*/ 2218988 h 2218988"/>
                  <a:gd name="connsiteX0" fmla="*/ 0 w 1719630"/>
                  <a:gd name="connsiteY0" fmla="*/ 2218993 h 2218993"/>
                  <a:gd name="connsiteX1" fmla="*/ 78288 w 1719630"/>
                  <a:gd name="connsiteY1" fmla="*/ 961171 h 2218993"/>
                  <a:gd name="connsiteX2" fmla="*/ 819944 w 1719630"/>
                  <a:gd name="connsiteY2" fmla="*/ 5 h 2218993"/>
                  <a:gd name="connsiteX3" fmla="*/ 1593937 w 1719630"/>
                  <a:gd name="connsiteY3" fmla="*/ 948645 h 2218993"/>
                  <a:gd name="connsiteX4" fmla="*/ 1639888 w 1719630"/>
                  <a:gd name="connsiteY4" fmla="*/ 2218993 h 2218993"/>
                  <a:gd name="connsiteX5" fmla="*/ 811060 w 1719630"/>
                  <a:gd name="connsiteY5" fmla="*/ 1963253 h 2218993"/>
                  <a:gd name="connsiteX6" fmla="*/ 0 w 1719630"/>
                  <a:gd name="connsiteY6" fmla="*/ 2218993 h 2218993"/>
                  <a:gd name="connsiteX0" fmla="*/ 0 w 1731895"/>
                  <a:gd name="connsiteY0" fmla="*/ 2218994 h 2218994"/>
                  <a:gd name="connsiteX1" fmla="*/ 78288 w 1731895"/>
                  <a:gd name="connsiteY1" fmla="*/ 961172 h 2218994"/>
                  <a:gd name="connsiteX2" fmla="*/ 819944 w 1731895"/>
                  <a:gd name="connsiteY2" fmla="*/ 6 h 2218994"/>
                  <a:gd name="connsiteX3" fmla="*/ 1593937 w 1731895"/>
                  <a:gd name="connsiteY3" fmla="*/ 948646 h 2218994"/>
                  <a:gd name="connsiteX4" fmla="*/ 1639888 w 1731895"/>
                  <a:gd name="connsiteY4" fmla="*/ 2218994 h 2218994"/>
                  <a:gd name="connsiteX5" fmla="*/ 811060 w 1731895"/>
                  <a:gd name="connsiteY5" fmla="*/ 1963254 h 2218994"/>
                  <a:gd name="connsiteX6" fmla="*/ 0 w 1731895"/>
                  <a:gd name="connsiteY6" fmla="*/ 2218994 h 2218994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0 w 1731895"/>
                  <a:gd name="connsiteY0" fmla="*/ 2218988 h 2218988"/>
                  <a:gd name="connsiteX1" fmla="*/ 78288 w 1731895"/>
                  <a:gd name="connsiteY1" fmla="*/ 961166 h 2218988"/>
                  <a:gd name="connsiteX2" fmla="*/ 819944 w 1731895"/>
                  <a:gd name="connsiteY2" fmla="*/ 0 h 2218988"/>
                  <a:gd name="connsiteX3" fmla="*/ 1593937 w 1731895"/>
                  <a:gd name="connsiteY3" fmla="*/ 948640 h 2218988"/>
                  <a:gd name="connsiteX4" fmla="*/ 1639888 w 1731895"/>
                  <a:gd name="connsiteY4" fmla="*/ 2218988 h 2218988"/>
                  <a:gd name="connsiteX5" fmla="*/ 811060 w 1731895"/>
                  <a:gd name="connsiteY5" fmla="*/ 1963248 h 2218988"/>
                  <a:gd name="connsiteX6" fmla="*/ 0 w 1731895"/>
                  <a:gd name="connsiteY6" fmla="*/ 2218988 h 2218988"/>
                  <a:gd name="connsiteX0" fmla="*/ 3187 w 1735082"/>
                  <a:gd name="connsiteY0" fmla="*/ 2218988 h 2218988"/>
                  <a:gd name="connsiteX1" fmla="*/ 81475 w 1735082"/>
                  <a:gd name="connsiteY1" fmla="*/ 961166 h 2218988"/>
                  <a:gd name="connsiteX2" fmla="*/ 823131 w 1735082"/>
                  <a:gd name="connsiteY2" fmla="*/ 0 h 2218988"/>
                  <a:gd name="connsiteX3" fmla="*/ 1597124 w 1735082"/>
                  <a:gd name="connsiteY3" fmla="*/ 948640 h 2218988"/>
                  <a:gd name="connsiteX4" fmla="*/ 1643075 w 1735082"/>
                  <a:gd name="connsiteY4" fmla="*/ 2218988 h 2218988"/>
                  <a:gd name="connsiteX5" fmla="*/ 814247 w 1735082"/>
                  <a:gd name="connsiteY5" fmla="*/ 1963248 h 2218988"/>
                  <a:gd name="connsiteX6" fmla="*/ 3187 w 1735082"/>
                  <a:gd name="connsiteY6" fmla="*/ 2218988 h 2218988"/>
                  <a:gd name="connsiteX0" fmla="*/ 47202 w 1779097"/>
                  <a:gd name="connsiteY0" fmla="*/ 2218988 h 2218988"/>
                  <a:gd name="connsiteX1" fmla="*/ 125490 w 1779097"/>
                  <a:gd name="connsiteY1" fmla="*/ 961166 h 2218988"/>
                  <a:gd name="connsiteX2" fmla="*/ 867146 w 1779097"/>
                  <a:gd name="connsiteY2" fmla="*/ 0 h 2218988"/>
                  <a:gd name="connsiteX3" fmla="*/ 1641139 w 1779097"/>
                  <a:gd name="connsiteY3" fmla="*/ 948640 h 2218988"/>
                  <a:gd name="connsiteX4" fmla="*/ 1687090 w 1779097"/>
                  <a:gd name="connsiteY4" fmla="*/ 2218988 h 2218988"/>
                  <a:gd name="connsiteX5" fmla="*/ 858262 w 1779097"/>
                  <a:gd name="connsiteY5" fmla="*/ 1963248 h 2218988"/>
                  <a:gd name="connsiteX6" fmla="*/ 47202 w 1779097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58516 w 1790411"/>
                  <a:gd name="connsiteY0" fmla="*/ 2218988 h 2218988"/>
                  <a:gd name="connsiteX1" fmla="*/ 136804 w 1790411"/>
                  <a:gd name="connsiteY1" fmla="*/ 961166 h 2218988"/>
                  <a:gd name="connsiteX2" fmla="*/ 878460 w 1790411"/>
                  <a:gd name="connsiteY2" fmla="*/ 0 h 2218988"/>
                  <a:gd name="connsiteX3" fmla="*/ 1652453 w 1790411"/>
                  <a:gd name="connsiteY3" fmla="*/ 948640 h 2218988"/>
                  <a:gd name="connsiteX4" fmla="*/ 1698404 w 1790411"/>
                  <a:gd name="connsiteY4" fmla="*/ 2218988 h 2218988"/>
                  <a:gd name="connsiteX5" fmla="*/ 869576 w 1790411"/>
                  <a:gd name="connsiteY5" fmla="*/ 1963248 h 2218988"/>
                  <a:gd name="connsiteX6" fmla="*/ 58516 w 1790411"/>
                  <a:gd name="connsiteY6" fmla="*/ 2218988 h 2218988"/>
                  <a:gd name="connsiteX0" fmla="*/ 63736 w 1795631"/>
                  <a:gd name="connsiteY0" fmla="*/ 2218988 h 2218988"/>
                  <a:gd name="connsiteX1" fmla="*/ 142024 w 1795631"/>
                  <a:gd name="connsiteY1" fmla="*/ 961166 h 2218988"/>
                  <a:gd name="connsiteX2" fmla="*/ 883680 w 1795631"/>
                  <a:gd name="connsiteY2" fmla="*/ 0 h 2218988"/>
                  <a:gd name="connsiteX3" fmla="*/ 1657673 w 1795631"/>
                  <a:gd name="connsiteY3" fmla="*/ 948640 h 2218988"/>
                  <a:gd name="connsiteX4" fmla="*/ 1703624 w 1795631"/>
                  <a:gd name="connsiteY4" fmla="*/ 2218988 h 2218988"/>
                  <a:gd name="connsiteX5" fmla="*/ 874796 w 1795631"/>
                  <a:gd name="connsiteY5" fmla="*/ 1963248 h 2218988"/>
                  <a:gd name="connsiteX6" fmla="*/ 63736 w 1795631"/>
                  <a:gd name="connsiteY6" fmla="*/ 2218988 h 2218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631" h="2218988">
                    <a:moveTo>
                      <a:pt x="63736" y="2218988"/>
                    </a:moveTo>
                    <a:cubicBezTo>
                      <a:pt x="-29166" y="1762136"/>
                      <a:pt x="-34385" y="1392966"/>
                      <a:pt x="142024" y="961166"/>
                    </a:cubicBezTo>
                    <a:cubicBezTo>
                      <a:pt x="318433" y="529366"/>
                      <a:pt x="505811" y="296450"/>
                      <a:pt x="883680" y="0"/>
                    </a:cubicBezTo>
                    <a:cubicBezTo>
                      <a:pt x="1180129" y="179539"/>
                      <a:pt x="1483438" y="528705"/>
                      <a:pt x="1657673" y="948640"/>
                    </a:cubicBezTo>
                    <a:cubicBezTo>
                      <a:pt x="1831908" y="1368575"/>
                      <a:pt x="1834103" y="2049887"/>
                      <a:pt x="1703624" y="2218988"/>
                    </a:cubicBezTo>
                    <a:cubicBezTo>
                      <a:pt x="1372728" y="2018571"/>
                      <a:pt x="1148111" y="1963248"/>
                      <a:pt x="874796" y="1963248"/>
                    </a:cubicBezTo>
                    <a:cubicBezTo>
                      <a:pt x="601481" y="1963248"/>
                      <a:pt x="430122" y="2035273"/>
                      <a:pt x="63736" y="2218988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Star: 5 Points 17">
                <a:extLst>
                  <a:ext uri="{FF2B5EF4-FFF2-40B4-BE49-F238E27FC236}">
                    <a16:creationId xmlns:a16="http://schemas.microsoft.com/office/drawing/2014/main" id="{E907C4FB-B730-4BC3-9F81-5EAE6DC20DDD}"/>
                  </a:ext>
                </a:extLst>
              </p:cNvPr>
              <p:cNvSpPr/>
              <p:nvPr/>
            </p:nvSpPr>
            <p:spPr>
              <a:xfrm>
                <a:off x="861908" y="3415614"/>
                <a:ext cx="486132" cy="486133"/>
              </a:xfrm>
              <a:prstGeom prst="star5">
                <a:avLst/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E2027ED-7686-4F75-AA98-4F5B15A30274}"/>
                </a:ext>
              </a:extLst>
            </p:cNvPr>
            <p:cNvSpPr/>
            <p:nvPr userDrawn="1"/>
          </p:nvSpPr>
          <p:spPr>
            <a:xfrm>
              <a:off x="2464551" y="5280458"/>
              <a:ext cx="1264297" cy="1264297"/>
            </a:xfrm>
            <a:prstGeom prst="ellipse">
              <a:avLst/>
            </a:prstGeom>
            <a:noFill/>
            <a:ln w="9525" cmpd="sng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FE7207-7635-47E1-9BD5-757A341B49EC}"/>
              </a:ext>
            </a:extLst>
          </p:cNvPr>
          <p:cNvGrpSpPr/>
          <p:nvPr userDrawn="1"/>
        </p:nvGrpSpPr>
        <p:grpSpPr>
          <a:xfrm>
            <a:off x="0" y="-1"/>
            <a:ext cx="2995094" cy="4930697"/>
            <a:chOff x="0" y="-1"/>
            <a:chExt cx="2995094" cy="4930697"/>
          </a:xfrm>
          <a:effectLst>
            <a:outerShdw blurRad="190500" dist="38100" algn="l" rotWithShape="0">
              <a:prstClr val="black">
                <a:alpha val="35000"/>
              </a:prstClr>
            </a:outerShdw>
          </a:effectLst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52943B9-FC1F-4780-B1CE-5B017EAAD690}"/>
                </a:ext>
              </a:extLst>
            </p:cNvPr>
            <p:cNvSpPr/>
            <p:nvPr userDrawn="1"/>
          </p:nvSpPr>
          <p:spPr>
            <a:xfrm>
              <a:off x="1" y="-1"/>
              <a:ext cx="2995093" cy="3477097"/>
            </a:xfrm>
            <a:prstGeom prst="rect">
              <a:avLst/>
            </a:prstGeom>
            <a:solidFill>
              <a:srgbClr val="00A249"/>
            </a:solidFill>
            <a:ln>
              <a:solidFill>
                <a:srgbClr val="00A2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    New Roman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73652A4-18CE-4877-90DD-A134009F378E}"/>
                </a:ext>
              </a:extLst>
            </p:cNvPr>
            <p:cNvGrpSpPr/>
            <p:nvPr userDrawn="1"/>
          </p:nvGrpSpPr>
          <p:grpSpPr>
            <a:xfrm>
              <a:off x="0" y="1935602"/>
              <a:ext cx="2995094" cy="2995094"/>
              <a:chOff x="29287" y="1497995"/>
              <a:chExt cx="3360681" cy="3360681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8E29E42-0719-499D-8794-C898F9DA4C1A}"/>
                  </a:ext>
                </a:extLst>
              </p:cNvPr>
              <p:cNvSpPr/>
              <p:nvPr userDrawn="1"/>
            </p:nvSpPr>
            <p:spPr>
              <a:xfrm>
                <a:off x="29287" y="1497995"/>
                <a:ext cx="3360681" cy="3360681"/>
              </a:xfrm>
              <a:prstGeom prst="ellipse">
                <a:avLst/>
              </a:prstGeom>
              <a:solidFill>
                <a:srgbClr val="F5F2ED"/>
              </a:solidFill>
              <a:ln w="28575">
                <a:solidFill>
                  <a:srgbClr val="00A24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6A68EF-2E64-46DE-860D-8F499DD11242}"/>
                  </a:ext>
                </a:extLst>
              </p:cNvPr>
              <p:cNvSpPr txBox="1"/>
              <p:nvPr/>
            </p:nvSpPr>
            <p:spPr>
              <a:xfrm>
                <a:off x="239063" y="1713568"/>
                <a:ext cx="2965050" cy="3005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prstTxWarp prst="textButton">
                  <a:avLst>
                    <a:gd name="adj" fmla="val 10730228"/>
                  </a:avLst>
                </a:prstTxWarp>
                <a:spAutoFit/>
              </a:bodyPr>
              <a:lstStyle/>
              <a:p>
                <a:pPr algn="ctr"/>
                <a:r>
                  <a:rPr lang="vi-VN" sz="18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Headline R" panose="02030504000101010101" pitchFamily="18" charset="-127"/>
                    <a:cs typeface="Times New Roman" panose="02020603050405020304" pitchFamily="18" charset="0"/>
                  </a:rPr>
                  <a:t>DONG A </a:t>
                </a:r>
                <a:r>
                  <a:rPr lang="vi-VN" sz="18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Ami R" panose="02030504000101010101" pitchFamily="18" charset="-127"/>
                    <a:cs typeface="Times New Roman" panose="02020603050405020304" pitchFamily="18" charset="0"/>
                  </a:rPr>
                  <a:t>University</a:t>
                </a:r>
                <a:endParaRPr lang="en-US" sz="18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Ami R" panose="02030504000101010101" pitchFamily="18" charset="-127"/>
                  <a:cs typeface="Times New Roman" panose="02020603050405020304" pitchFamily="18" charset="0"/>
                </a:endParaRPr>
              </a:p>
              <a:p>
                <a:pPr algn="ctr"/>
                <a:endParaRPr lang="en-US" sz="20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Headline R" panose="02030504000101010101" pitchFamily="18" charset="-127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800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Headline R" panose="02030504000101010101" pitchFamily="18" charset="-127"/>
                    <a:cs typeface="Times New Roman" panose="02020603050405020304" pitchFamily="18" charset="0"/>
                  </a:rPr>
                  <a:t>Building roads to success</a:t>
                </a:r>
                <a:endParaRPr lang="vi-VN" sz="18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Ami R" panose="02030504000101010101" pitchFamily="18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1ED0627-DFBE-4B9A-BF8A-87D1988F68A4}"/>
                  </a:ext>
                </a:extLst>
              </p:cNvPr>
              <p:cNvGrpSpPr/>
              <p:nvPr/>
            </p:nvGrpSpPr>
            <p:grpSpPr>
              <a:xfrm>
                <a:off x="639202" y="2046195"/>
                <a:ext cx="2097232" cy="2064536"/>
                <a:chOff x="-717947" y="1779736"/>
                <a:chExt cx="3677105" cy="3619784"/>
              </a:xfrm>
            </p:grpSpPr>
            <p:sp>
              <p:nvSpPr>
                <p:cNvPr id="26" name="Isosceles Triangle 9">
                  <a:extLst>
                    <a:ext uri="{FF2B5EF4-FFF2-40B4-BE49-F238E27FC236}">
                      <a16:creationId xmlns:a16="http://schemas.microsoft.com/office/drawing/2014/main" id="{8C1BD729-D678-4B7B-B3A6-EE6F2B54AFB7}"/>
                    </a:ext>
                  </a:extLst>
                </p:cNvPr>
                <p:cNvSpPr/>
                <p:nvPr/>
              </p:nvSpPr>
              <p:spPr>
                <a:xfrm rot="10800000">
                  <a:off x="434537" y="1779736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2B0E4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Isosceles Triangle 9">
                  <a:extLst>
                    <a:ext uri="{FF2B5EF4-FFF2-40B4-BE49-F238E27FC236}">
                      <a16:creationId xmlns:a16="http://schemas.microsoft.com/office/drawing/2014/main" id="{0073A66F-4D3A-43C1-9487-955965C8C41C}"/>
                    </a:ext>
                  </a:extLst>
                </p:cNvPr>
                <p:cNvSpPr/>
                <p:nvPr/>
              </p:nvSpPr>
              <p:spPr>
                <a:xfrm rot="15157986">
                  <a:off x="1424340" y="2526421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2B0E4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Isosceles Triangle 9">
                  <a:extLst>
                    <a:ext uri="{FF2B5EF4-FFF2-40B4-BE49-F238E27FC236}">
                      <a16:creationId xmlns:a16="http://schemas.microsoft.com/office/drawing/2014/main" id="{820C141A-9AF4-4C10-A45D-3CA58C46FCF9}"/>
                    </a:ext>
                  </a:extLst>
                </p:cNvPr>
                <p:cNvSpPr/>
                <p:nvPr/>
              </p:nvSpPr>
              <p:spPr>
                <a:xfrm rot="19410712">
                  <a:off x="1019914" y="3698580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2B0E4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Isosceles Triangle 9">
                  <a:extLst>
                    <a:ext uri="{FF2B5EF4-FFF2-40B4-BE49-F238E27FC236}">
                      <a16:creationId xmlns:a16="http://schemas.microsoft.com/office/drawing/2014/main" id="{5C56E873-9468-465E-AC1A-CE3B6322FAAA}"/>
                    </a:ext>
                  </a:extLst>
                </p:cNvPr>
                <p:cNvSpPr/>
                <p:nvPr/>
              </p:nvSpPr>
              <p:spPr>
                <a:xfrm rot="2117596">
                  <a:off x="-221246" y="3702850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2B0E4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Isosceles Triangle 9">
                  <a:extLst>
                    <a:ext uri="{FF2B5EF4-FFF2-40B4-BE49-F238E27FC236}">
                      <a16:creationId xmlns:a16="http://schemas.microsoft.com/office/drawing/2014/main" id="{F51BCF72-ED3D-45A2-A876-C3CD58317C25}"/>
                    </a:ext>
                  </a:extLst>
                </p:cNvPr>
                <p:cNvSpPr/>
                <p:nvPr/>
              </p:nvSpPr>
              <p:spPr>
                <a:xfrm rot="6542386">
                  <a:off x="-556095" y="2510784"/>
                  <a:ext cx="1372966" cy="1696670"/>
                </a:xfrm>
                <a:custGeom>
                  <a:avLst/>
                  <a:gdLst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0 w 1639888"/>
                    <a:gd name="connsiteY3" fmla="*/ 2218988 h 2218988"/>
                    <a:gd name="connsiteX0" fmla="*/ 0 w 1639888"/>
                    <a:gd name="connsiteY0" fmla="*/ 2218988 h 2226295"/>
                    <a:gd name="connsiteX1" fmla="*/ 819944 w 1639888"/>
                    <a:gd name="connsiteY1" fmla="*/ 0 h 2226295"/>
                    <a:gd name="connsiteX2" fmla="*/ 1639888 w 1639888"/>
                    <a:gd name="connsiteY2" fmla="*/ 2218988 h 2226295"/>
                    <a:gd name="connsiteX3" fmla="*/ 779745 w 1639888"/>
                    <a:gd name="connsiteY3" fmla="*/ 2226295 h 2226295"/>
                    <a:gd name="connsiteX4" fmla="*/ 0 w 1639888"/>
                    <a:gd name="connsiteY4" fmla="*/ 2218988 h 2226295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825462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819944 w 1639888"/>
                    <a:gd name="connsiteY1" fmla="*/ 0 h 2218988"/>
                    <a:gd name="connsiteX2" fmla="*/ 1639888 w 1639888"/>
                    <a:gd name="connsiteY2" fmla="*/ 2218988 h 2218988"/>
                    <a:gd name="connsiteX3" fmla="*/ 811060 w 1639888"/>
                    <a:gd name="connsiteY3" fmla="*/ 1963248 h 2218988"/>
                    <a:gd name="connsiteX4" fmla="*/ 0 w 1639888"/>
                    <a:gd name="connsiteY4" fmla="*/ 2218988 h 2218988"/>
                    <a:gd name="connsiteX0" fmla="*/ 0 w 1639888"/>
                    <a:gd name="connsiteY0" fmla="*/ 2218988 h 2218988"/>
                    <a:gd name="connsiteX1" fmla="*/ 429016 w 1639888"/>
                    <a:gd name="connsiteY1" fmla="*/ 1048848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639888 w 1639888"/>
                    <a:gd name="connsiteY3" fmla="*/ 2218988 h 2218988"/>
                    <a:gd name="connsiteX4" fmla="*/ 811060 w 1639888"/>
                    <a:gd name="connsiteY4" fmla="*/ 1963248 h 2218988"/>
                    <a:gd name="connsiteX5" fmla="*/ 0 w 1639888"/>
                    <a:gd name="connsiteY5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199367 w 1639888"/>
                    <a:gd name="connsiteY3" fmla="*/ 998744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58760"/>
                    <a:gd name="connsiteX1" fmla="*/ 78288 w 1639888"/>
                    <a:gd name="connsiteY1" fmla="*/ 961166 h 2258760"/>
                    <a:gd name="connsiteX2" fmla="*/ 819944 w 1639888"/>
                    <a:gd name="connsiteY2" fmla="*/ 0 h 2258760"/>
                    <a:gd name="connsiteX3" fmla="*/ 1593937 w 1639888"/>
                    <a:gd name="connsiteY3" fmla="*/ 948640 h 2258760"/>
                    <a:gd name="connsiteX4" fmla="*/ 1639888 w 1639888"/>
                    <a:gd name="connsiteY4" fmla="*/ 2218988 h 2258760"/>
                    <a:gd name="connsiteX5" fmla="*/ 811060 w 1639888"/>
                    <a:gd name="connsiteY5" fmla="*/ 1963248 h 2258760"/>
                    <a:gd name="connsiteX6" fmla="*/ 0 w 1639888"/>
                    <a:gd name="connsiteY6" fmla="*/ 2218988 h 2258760"/>
                    <a:gd name="connsiteX0" fmla="*/ 0 w 1639888"/>
                    <a:gd name="connsiteY0" fmla="*/ 2218988 h 2218988"/>
                    <a:gd name="connsiteX1" fmla="*/ 78288 w 1639888"/>
                    <a:gd name="connsiteY1" fmla="*/ 961166 h 2218988"/>
                    <a:gd name="connsiteX2" fmla="*/ 819944 w 1639888"/>
                    <a:gd name="connsiteY2" fmla="*/ 0 h 2218988"/>
                    <a:gd name="connsiteX3" fmla="*/ 1593937 w 1639888"/>
                    <a:gd name="connsiteY3" fmla="*/ 948640 h 2218988"/>
                    <a:gd name="connsiteX4" fmla="*/ 1639888 w 1639888"/>
                    <a:gd name="connsiteY4" fmla="*/ 2218988 h 2218988"/>
                    <a:gd name="connsiteX5" fmla="*/ 811060 w 1639888"/>
                    <a:gd name="connsiteY5" fmla="*/ 1963248 h 2218988"/>
                    <a:gd name="connsiteX6" fmla="*/ 0 w 1639888"/>
                    <a:gd name="connsiteY6" fmla="*/ 2218988 h 2218988"/>
                    <a:gd name="connsiteX0" fmla="*/ 0 w 1719630"/>
                    <a:gd name="connsiteY0" fmla="*/ 2218993 h 2218993"/>
                    <a:gd name="connsiteX1" fmla="*/ 78288 w 1719630"/>
                    <a:gd name="connsiteY1" fmla="*/ 961171 h 2218993"/>
                    <a:gd name="connsiteX2" fmla="*/ 819944 w 1719630"/>
                    <a:gd name="connsiteY2" fmla="*/ 5 h 2218993"/>
                    <a:gd name="connsiteX3" fmla="*/ 1593937 w 1719630"/>
                    <a:gd name="connsiteY3" fmla="*/ 948645 h 2218993"/>
                    <a:gd name="connsiteX4" fmla="*/ 1639888 w 1719630"/>
                    <a:gd name="connsiteY4" fmla="*/ 2218993 h 2218993"/>
                    <a:gd name="connsiteX5" fmla="*/ 811060 w 1719630"/>
                    <a:gd name="connsiteY5" fmla="*/ 1963253 h 2218993"/>
                    <a:gd name="connsiteX6" fmla="*/ 0 w 1719630"/>
                    <a:gd name="connsiteY6" fmla="*/ 2218993 h 2218993"/>
                    <a:gd name="connsiteX0" fmla="*/ 0 w 1731895"/>
                    <a:gd name="connsiteY0" fmla="*/ 2218994 h 2218994"/>
                    <a:gd name="connsiteX1" fmla="*/ 78288 w 1731895"/>
                    <a:gd name="connsiteY1" fmla="*/ 961172 h 2218994"/>
                    <a:gd name="connsiteX2" fmla="*/ 819944 w 1731895"/>
                    <a:gd name="connsiteY2" fmla="*/ 6 h 2218994"/>
                    <a:gd name="connsiteX3" fmla="*/ 1593937 w 1731895"/>
                    <a:gd name="connsiteY3" fmla="*/ 948646 h 2218994"/>
                    <a:gd name="connsiteX4" fmla="*/ 1639888 w 1731895"/>
                    <a:gd name="connsiteY4" fmla="*/ 2218994 h 2218994"/>
                    <a:gd name="connsiteX5" fmla="*/ 811060 w 1731895"/>
                    <a:gd name="connsiteY5" fmla="*/ 1963254 h 2218994"/>
                    <a:gd name="connsiteX6" fmla="*/ 0 w 1731895"/>
                    <a:gd name="connsiteY6" fmla="*/ 2218994 h 2218994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0 w 1731895"/>
                    <a:gd name="connsiteY0" fmla="*/ 2218988 h 2218988"/>
                    <a:gd name="connsiteX1" fmla="*/ 78288 w 1731895"/>
                    <a:gd name="connsiteY1" fmla="*/ 961166 h 2218988"/>
                    <a:gd name="connsiteX2" fmla="*/ 819944 w 1731895"/>
                    <a:gd name="connsiteY2" fmla="*/ 0 h 2218988"/>
                    <a:gd name="connsiteX3" fmla="*/ 1593937 w 1731895"/>
                    <a:gd name="connsiteY3" fmla="*/ 948640 h 2218988"/>
                    <a:gd name="connsiteX4" fmla="*/ 1639888 w 1731895"/>
                    <a:gd name="connsiteY4" fmla="*/ 2218988 h 2218988"/>
                    <a:gd name="connsiteX5" fmla="*/ 811060 w 1731895"/>
                    <a:gd name="connsiteY5" fmla="*/ 1963248 h 2218988"/>
                    <a:gd name="connsiteX6" fmla="*/ 0 w 1731895"/>
                    <a:gd name="connsiteY6" fmla="*/ 2218988 h 2218988"/>
                    <a:gd name="connsiteX0" fmla="*/ 3187 w 1735082"/>
                    <a:gd name="connsiteY0" fmla="*/ 2218988 h 2218988"/>
                    <a:gd name="connsiteX1" fmla="*/ 81475 w 1735082"/>
                    <a:gd name="connsiteY1" fmla="*/ 961166 h 2218988"/>
                    <a:gd name="connsiteX2" fmla="*/ 823131 w 1735082"/>
                    <a:gd name="connsiteY2" fmla="*/ 0 h 2218988"/>
                    <a:gd name="connsiteX3" fmla="*/ 1597124 w 1735082"/>
                    <a:gd name="connsiteY3" fmla="*/ 948640 h 2218988"/>
                    <a:gd name="connsiteX4" fmla="*/ 1643075 w 1735082"/>
                    <a:gd name="connsiteY4" fmla="*/ 2218988 h 2218988"/>
                    <a:gd name="connsiteX5" fmla="*/ 814247 w 1735082"/>
                    <a:gd name="connsiteY5" fmla="*/ 1963248 h 2218988"/>
                    <a:gd name="connsiteX6" fmla="*/ 3187 w 1735082"/>
                    <a:gd name="connsiteY6" fmla="*/ 2218988 h 2218988"/>
                    <a:gd name="connsiteX0" fmla="*/ 47202 w 1779097"/>
                    <a:gd name="connsiteY0" fmla="*/ 2218988 h 2218988"/>
                    <a:gd name="connsiteX1" fmla="*/ 125490 w 1779097"/>
                    <a:gd name="connsiteY1" fmla="*/ 961166 h 2218988"/>
                    <a:gd name="connsiteX2" fmla="*/ 867146 w 1779097"/>
                    <a:gd name="connsiteY2" fmla="*/ 0 h 2218988"/>
                    <a:gd name="connsiteX3" fmla="*/ 1641139 w 1779097"/>
                    <a:gd name="connsiteY3" fmla="*/ 948640 h 2218988"/>
                    <a:gd name="connsiteX4" fmla="*/ 1687090 w 1779097"/>
                    <a:gd name="connsiteY4" fmla="*/ 2218988 h 2218988"/>
                    <a:gd name="connsiteX5" fmla="*/ 858262 w 1779097"/>
                    <a:gd name="connsiteY5" fmla="*/ 1963248 h 2218988"/>
                    <a:gd name="connsiteX6" fmla="*/ 47202 w 1779097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58516 w 1790411"/>
                    <a:gd name="connsiteY0" fmla="*/ 2218988 h 2218988"/>
                    <a:gd name="connsiteX1" fmla="*/ 136804 w 1790411"/>
                    <a:gd name="connsiteY1" fmla="*/ 961166 h 2218988"/>
                    <a:gd name="connsiteX2" fmla="*/ 878460 w 1790411"/>
                    <a:gd name="connsiteY2" fmla="*/ 0 h 2218988"/>
                    <a:gd name="connsiteX3" fmla="*/ 1652453 w 1790411"/>
                    <a:gd name="connsiteY3" fmla="*/ 948640 h 2218988"/>
                    <a:gd name="connsiteX4" fmla="*/ 1698404 w 1790411"/>
                    <a:gd name="connsiteY4" fmla="*/ 2218988 h 2218988"/>
                    <a:gd name="connsiteX5" fmla="*/ 869576 w 1790411"/>
                    <a:gd name="connsiteY5" fmla="*/ 1963248 h 2218988"/>
                    <a:gd name="connsiteX6" fmla="*/ 58516 w 1790411"/>
                    <a:gd name="connsiteY6" fmla="*/ 2218988 h 2218988"/>
                    <a:gd name="connsiteX0" fmla="*/ 63736 w 1795631"/>
                    <a:gd name="connsiteY0" fmla="*/ 2218988 h 2218988"/>
                    <a:gd name="connsiteX1" fmla="*/ 142024 w 1795631"/>
                    <a:gd name="connsiteY1" fmla="*/ 961166 h 2218988"/>
                    <a:gd name="connsiteX2" fmla="*/ 883680 w 1795631"/>
                    <a:gd name="connsiteY2" fmla="*/ 0 h 2218988"/>
                    <a:gd name="connsiteX3" fmla="*/ 1657673 w 1795631"/>
                    <a:gd name="connsiteY3" fmla="*/ 948640 h 2218988"/>
                    <a:gd name="connsiteX4" fmla="*/ 1703624 w 1795631"/>
                    <a:gd name="connsiteY4" fmla="*/ 2218988 h 2218988"/>
                    <a:gd name="connsiteX5" fmla="*/ 874796 w 1795631"/>
                    <a:gd name="connsiteY5" fmla="*/ 1963248 h 2218988"/>
                    <a:gd name="connsiteX6" fmla="*/ 63736 w 1795631"/>
                    <a:gd name="connsiteY6" fmla="*/ 2218988 h 2218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95631" h="2218988">
                      <a:moveTo>
                        <a:pt x="63736" y="2218988"/>
                      </a:moveTo>
                      <a:cubicBezTo>
                        <a:pt x="-29166" y="1762136"/>
                        <a:pt x="-34385" y="1392966"/>
                        <a:pt x="142024" y="961166"/>
                      </a:cubicBezTo>
                      <a:cubicBezTo>
                        <a:pt x="318433" y="529366"/>
                        <a:pt x="505811" y="296450"/>
                        <a:pt x="883680" y="0"/>
                      </a:cubicBezTo>
                      <a:cubicBezTo>
                        <a:pt x="1180129" y="179539"/>
                        <a:pt x="1483438" y="528705"/>
                        <a:pt x="1657673" y="948640"/>
                      </a:cubicBezTo>
                      <a:cubicBezTo>
                        <a:pt x="1831908" y="1368575"/>
                        <a:pt x="1834103" y="2049887"/>
                        <a:pt x="1703624" y="2218988"/>
                      </a:cubicBezTo>
                      <a:cubicBezTo>
                        <a:pt x="1372728" y="2018571"/>
                        <a:pt x="1148111" y="1963248"/>
                        <a:pt x="874796" y="1963248"/>
                      </a:cubicBezTo>
                      <a:cubicBezTo>
                        <a:pt x="601481" y="1963248"/>
                        <a:pt x="430122" y="2035273"/>
                        <a:pt x="63736" y="2218988"/>
                      </a:cubicBezTo>
                      <a:close/>
                    </a:path>
                  </a:pathLst>
                </a:custGeom>
                <a:solidFill>
                  <a:srgbClr val="F2B0E4"/>
                </a:solidFill>
                <a:ln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Star: 5 Points 30">
                  <a:extLst>
                    <a:ext uri="{FF2B5EF4-FFF2-40B4-BE49-F238E27FC236}">
                      <a16:creationId xmlns:a16="http://schemas.microsoft.com/office/drawing/2014/main" id="{514F1157-D410-44C5-813A-65231367F1D2}"/>
                    </a:ext>
                  </a:extLst>
                </p:cNvPr>
                <p:cNvSpPr/>
                <p:nvPr/>
              </p:nvSpPr>
              <p:spPr>
                <a:xfrm>
                  <a:off x="841369" y="3386448"/>
                  <a:ext cx="542015" cy="542015"/>
                </a:xfrm>
                <a:prstGeom prst="star5">
                  <a:avLst/>
                </a:prstGeom>
                <a:solidFill>
                  <a:srgbClr val="E561C9"/>
                </a:solidFill>
                <a:ln>
                  <a:solidFill>
                    <a:srgbClr val="E561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1EE2167-FE25-4BAA-ACA1-237EE4239BE9}"/>
                  </a:ext>
                </a:extLst>
              </p:cNvPr>
              <p:cNvSpPr/>
              <p:nvPr userDrawn="1"/>
            </p:nvSpPr>
            <p:spPr>
              <a:xfrm>
                <a:off x="364961" y="1828800"/>
                <a:ext cx="2690191" cy="2690191"/>
              </a:xfrm>
              <a:prstGeom prst="ellipse">
                <a:avLst/>
              </a:prstGeom>
              <a:noFill/>
              <a:ln w="28575" cmpd="dbl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056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563563"/>
          </a:xfrm>
        </p:spPr>
        <p:txBody>
          <a:bodyPr/>
          <a:lstStyle>
            <a:lvl1pPr>
              <a:defRPr sz="2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257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F414323-A3D4-42D3-8D4A-BD55D8D297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228600" y="6560580"/>
            <a:ext cx="1600200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fld id="{E8EBC797-7E1C-41D2-A1BB-F2CAF2A7A20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70B86F8-09F7-4CB6-8400-676F9F38AB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2285999" y="6560580"/>
            <a:ext cx="4876801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300">
                <a:solidFill>
                  <a:schemeClr val="tx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8C78FC7-E9ED-4CA1-BC68-39124D5618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7620002" y="6560580"/>
            <a:ext cx="1295398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D0AF084-050E-49F9-B9F9-6A744A01164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34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lock Arc 30">
            <a:extLst>
              <a:ext uri="{FF2B5EF4-FFF2-40B4-BE49-F238E27FC236}">
                <a16:creationId xmlns:a16="http://schemas.microsoft.com/office/drawing/2014/main" id="{DFAB00F2-A23A-4BBF-9DB8-E11D8CDEB946}"/>
              </a:ext>
            </a:extLst>
          </p:cNvPr>
          <p:cNvSpPr/>
          <p:nvPr userDrawn="1"/>
        </p:nvSpPr>
        <p:spPr>
          <a:xfrm>
            <a:off x="4647263" y="159300"/>
            <a:ext cx="3612268" cy="3247371"/>
          </a:xfrm>
          <a:custGeom>
            <a:avLst/>
            <a:gdLst>
              <a:gd name="connsiteX0" fmla="*/ 3466149 w 6934200"/>
              <a:gd name="connsiteY0" fmla="*/ 0 h 7103698"/>
              <a:gd name="connsiteX1" fmla="*/ 5947806 w 6934200"/>
              <a:gd name="connsiteY1" fmla="*/ 1070478 h 7103698"/>
              <a:gd name="connsiteX2" fmla="*/ 6934199 w 6934200"/>
              <a:gd name="connsiteY2" fmla="*/ 3551849 h 7103698"/>
              <a:gd name="connsiteX3" fmla="*/ 6651423 w 6934200"/>
              <a:gd name="connsiteY3" fmla="*/ 3551849 h 7103698"/>
              <a:gd name="connsiteX4" fmla="*/ 5747832 w 6934200"/>
              <a:gd name="connsiteY4" fmla="*/ 1270506 h 7103698"/>
              <a:gd name="connsiteX5" fmla="*/ 3466225 w 6934200"/>
              <a:gd name="connsiteY5" fmla="*/ 282777 h 7103698"/>
              <a:gd name="connsiteX6" fmla="*/ 3466149 w 6934200"/>
              <a:gd name="connsiteY6" fmla="*/ 0 h 7103698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14872 w 3482846"/>
              <a:gd name="connsiteY0" fmla="*/ 108407 h 3377479"/>
              <a:gd name="connsiteX1" fmla="*/ 1368036 w 3482846"/>
              <a:gd name="connsiteY1" fmla="*/ 114021 h 3377479"/>
              <a:gd name="connsiteX2" fmla="*/ 2496453 w 3482846"/>
              <a:gd name="connsiteY2" fmla="*/ 896108 h 3377479"/>
              <a:gd name="connsiteX3" fmla="*/ 3482846 w 3482846"/>
              <a:gd name="connsiteY3" fmla="*/ 3377479 h 3377479"/>
              <a:gd name="connsiteX4" fmla="*/ 3200070 w 3482846"/>
              <a:gd name="connsiteY4" fmla="*/ 3377479 h 3377479"/>
              <a:gd name="connsiteX5" fmla="*/ 2296479 w 3482846"/>
              <a:gd name="connsiteY5" fmla="*/ 1096136 h 3377479"/>
              <a:gd name="connsiteX6" fmla="*/ 14872 w 3482846"/>
              <a:gd name="connsiteY6" fmla="*/ 108407 h 3377479"/>
              <a:gd name="connsiteX0" fmla="*/ 0 w 3467974"/>
              <a:gd name="connsiteY0" fmla="*/ 52989 h 3322061"/>
              <a:gd name="connsiteX1" fmla="*/ 1353164 w 3467974"/>
              <a:gd name="connsiteY1" fmla="*/ 58603 h 3322061"/>
              <a:gd name="connsiteX2" fmla="*/ 2481581 w 3467974"/>
              <a:gd name="connsiteY2" fmla="*/ 840690 h 3322061"/>
              <a:gd name="connsiteX3" fmla="*/ 3467974 w 3467974"/>
              <a:gd name="connsiteY3" fmla="*/ 3322061 h 3322061"/>
              <a:gd name="connsiteX4" fmla="*/ 3185198 w 3467974"/>
              <a:gd name="connsiteY4" fmla="*/ 3322061 h 3322061"/>
              <a:gd name="connsiteX5" fmla="*/ 2281607 w 3467974"/>
              <a:gd name="connsiteY5" fmla="*/ 1040718 h 3322061"/>
              <a:gd name="connsiteX6" fmla="*/ 0 w 3467974"/>
              <a:gd name="connsiteY6" fmla="*/ 52989 h 3322061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15586 w 3467974"/>
              <a:gd name="connsiteY1" fmla="*/ 18141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15586 w 3467974"/>
              <a:gd name="connsiteY1" fmla="*/ 18141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15586 w 3467974"/>
              <a:gd name="connsiteY1" fmla="*/ 18141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50511"/>
              <a:gd name="connsiteY0" fmla="*/ 1 h 3251610"/>
              <a:gd name="connsiteX1" fmla="*/ 12981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981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324310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575771"/>
              <a:gd name="connsiteY0" fmla="*/ 1 h 3251610"/>
              <a:gd name="connsiteX1" fmla="*/ 1285423 w 3575771"/>
              <a:gd name="connsiteY1" fmla="*/ 678 h 3251610"/>
              <a:gd name="connsiteX2" fmla="*/ 2464118 w 3575771"/>
              <a:gd name="connsiteY2" fmla="*/ 770239 h 3251610"/>
              <a:gd name="connsiteX3" fmla="*/ 3575771 w 3575771"/>
              <a:gd name="connsiteY3" fmla="*/ 3251610 h 3251610"/>
              <a:gd name="connsiteX4" fmla="*/ 3324310 w 3575771"/>
              <a:gd name="connsiteY4" fmla="*/ 3251610 h 3251610"/>
              <a:gd name="connsiteX5" fmla="*/ 2264144 w 3575771"/>
              <a:gd name="connsiteY5" fmla="*/ 970267 h 3251610"/>
              <a:gd name="connsiteX6" fmla="*/ 0 w 3575771"/>
              <a:gd name="connsiteY6" fmla="*/ 1 h 3251610"/>
              <a:gd name="connsiteX0" fmla="*/ 0 w 3575771"/>
              <a:gd name="connsiteY0" fmla="*/ 1 h 3251610"/>
              <a:gd name="connsiteX1" fmla="*/ 1285423 w 3575771"/>
              <a:gd name="connsiteY1" fmla="*/ 678 h 3251610"/>
              <a:gd name="connsiteX2" fmla="*/ 2464118 w 3575771"/>
              <a:gd name="connsiteY2" fmla="*/ 770239 h 3251610"/>
              <a:gd name="connsiteX3" fmla="*/ 3575771 w 3575771"/>
              <a:gd name="connsiteY3" fmla="*/ 3251610 h 3251610"/>
              <a:gd name="connsiteX4" fmla="*/ 3324310 w 3575771"/>
              <a:gd name="connsiteY4" fmla="*/ 3251610 h 3251610"/>
              <a:gd name="connsiteX5" fmla="*/ 2295459 w 3575771"/>
              <a:gd name="connsiteY5" fmla="*/ 970267 h 3251610"/>
              <a:gd name="connsiteX6" fmla="*/ 0 w 3575771"/>
              <a:gd name="connsiteY6" fmla="*/ 1 h 3251610"/>
              <a:gd name="connsiteX0" fmla="*/ 0 w 3611331"/>
              <a:gd name="connsiteY0" fmla="*/ 1 h 3251610"/>
              <a:gd name="connsiteX1" fmla="*/ 1285423 w 3611331"/>
              <a:gd name="connsiteY1" fmla="*/ 678 h 3251610"/>
              <a:gd name="connsiteX2" fmla="*/ 2464118 w 3611331"/>
              <a:gd name="connsiteY2" fmla="*/ 770239 h 3251610"/>
              <a:gd name="connsiteX3" fmla="*/ 3611331 w 3611331"/>
              <a:gd name="connsiteY3" fmla="*/ 3246530 h 3251610"/>
              <a:gd name="connsiteX4" fmla="*/ 3324310 w 3611331"/>
              <a:gd name="connsiteY4" fmla="*/ 3251610 h 3251610"/>
              <a:gd name="connsiteX5" fmla="*/ 2295459 w 3611331"/>
              <a:gd name="connsiteY5" fmla="*/ 970267 h 3251610"/>
              <a:gd name="connsiteX6" fmla="*/ 0 w 3611331"/>
              <a:gd name="connsiteY6" fmla="*/ 1 h 3251610"/>
              <a:gd name="connsiteX0" fmla="*/ 0 w 3611331"/>
              <a:gd name="connsiteY0" fmla="*/ 1 h 3251610"/>
              <a:gd name="connsiteX1" fmla="*/ 1285423 w 3611331"/>
              <a:gd name="connsiteY1" fmla="*/ 678 h 3251610"/>
              <a:gd name="connsiteX2" fmla="*/ 2464118 w 3611331"/>
              <a:gd name="connsiteY2" fmla="*/ 770239 h 3251610"/>
              <a:gd name="connsiteX3" fmla="*/ 3611331 w 3611331"/>
              <a:gd name="connsiteY3" fmla="*/ 3246530 h 3251610"/>
              <a:gd name="connsiteX4" fmla="*/ 3324310 w 3611331"/>
              <a:gd name="connsiteY4" fmla="*/ 3251610 h 3251610"/>
              <a:gd name="connsiteX5" fmla="*/ 2295459 w 3611331"/>
              <a:gd name="connsiteY5" fmla="*/ 970267 h 3251610"/>
              <a:gd name="connsiteX6" fmla="*/ 0 w 3611331"/>
              <a:gd name="connsiteY6" fmla="*/ 1 h 3251610"/>
              <a:gd name="connsiteX0" fmla="*/ 0 w 3611331"/>
              <a:gd name="connsiteY0" fmla="*/ 0 h 3251609"/>
              <a:gd name="connsiteX1" fmla="*/ 1285423 w 3611331"/>
              <a:gd name="connsiteY1" fmla="*/ 677 h 3251609"/>
              <a:gd name="connsiteX2" fmla="*/ 2464118 w 3611331"/>
              <a:gd name="connsiteY2" fmla="*/ 770238 h 3251609"/>
              <a:gd name="connsiteX3" fmla="*/ 3611331 w 3611331"/>
              <a:gd name="connsiteY3" fmla="*/ 3246529 h 3251609"/>
              <a:gd name="connsiteX4" fmla="*/ 3324310 w 3611331"/>
              <a:gd name="connsiteY4" fmla="*/ 3251609 h 3251609"/>
              <a:gd name="connsiteX5" fmla="*/ 2295459 w 3611331"/>
              <a:gd name="connsiteY5" fmla="*/ 970266 h 3251609"/>
              <a:gd name="connsiteX6" fmla="*/ 0 w 3611331"/>
              <a:gd name="connsiteY6" fmla="*/ 0 h 325160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64118 w 3611331"/>
              <a:gd name="connsiteY2" fmla="*/ 77023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64118 w 3611331"/>
              <a:gd name="connsiteY2" fmla="*/ 77023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1331" h="3246529">
                <a:moveTo>
                  <a:pt x="0" y="0"/>
                </a:moveTo>
                <a:lnTo>
                  <a:pt x="1285423" y="677"/>
                </a:lnTo>
                <a:cubicBezTo>
                  <a:pt x="1645019" y="151098"/>
                  <a:pt x="1990107" y="274983"/>
                  <a:pt x="2494598" y="765158"/>
                </a:cubicBezTo>
                <a:cubicBezTo>
                  <a:pt x="2999089" y="1255333"/>
                  <a:pt x="3565959" y="2085458"/>
                  <a:pt x="3611331" y="3246529"/>
                </a:cubicBezTo>
                <a:lnTo>
                  <a:pt x="3324310" y="3246529"/>
                </a:lnTo>
                <a:cubicBezTo>
                  <a:pt x="3324310" y="2394232"/>
                  <a:pt x="2874821" y="1580714"/>
                  <a:pt x="2295459" y="970266"/>
                </a:cubicBezTo>
                <a:cubicBezTo>
                  <a:pt x="1599348" y="313103"/>
                  <a:pt x="854110" y="4547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40000"/>
                  <a:lumOff val="60000"/>
                  <a:alpha val="75000"/>
                </a:schemeClr>
              </a:gs>
              <a:gs pos="34000">
                <a:schemeClr val="bg2">
                  <a:lumMod val="40000"/>
                  <a:lumOff val="60000"/>
                  <a:alpha val="50000"/>
                </a:schemeClr>
              </a:gs>
              <a:gs pos="66000">
                <a:schemeClr val="bg2">
                  <a:lumMod val="40000"/>
                  <a:lumOff val="60000"/>
                  <a:alpha val="25000"/>
                </a:schemeClr>
              </a:gs>
              <a:gs pos="100000">
                <a:schemeClr val="bg2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lock Arc 30">
            <a:extLst>
              <a:ext uri="{FF2B5EF4-FFF2-40B4-BE49-F238E27FC236}">
                <a16:creationId xmlns:a16="http://schemas.microsoft.com/office/drawing/2014/main" id="{07D1AD9F-73B0-4D3A-AEDB-90A22550B94A}"/>
              </a:ext>
            </a:extLst>
          </p:cNvPr>
          <p:cNvSpPr/>
          <p:nvPr userDrawn="1"/>
        </p:nvSpPr>
        <p:spPr>
          <a:xfrm rot="10800000">
            <a:off x="395980" y="3274238"/>
            <a:ext cx="3612268" cy="3247371"/>
          </a:xfrm>
          <a:custGeom>
            <a:avLst/>
            <a:gdLst>
              <a:gd name="connsiteX0" fmla="*/ 3466149 w 6934200"/>
              <a:gd name="connsiteY0" fmla="*/ 0 h 7103698"/>
              <a:gd name="connsiteX1" fmla="*/ 5947806 w 6934200"/>
              <a:gd name="connsiteY1" fmla="*/ 1070478 h 7103698"/>
              <a:gd name="connsiteX2" fmla="*/ 6934199 w 6934200"/>
              <a:gd name="connsiteY2" fmla="*/ 3551849 h 7103698"/>
              <a:gd name="connsiteX3" fmla="*/ 6651423 w 6934200"/>
              <a:gd name="connsiteY3" fmla="*/ 3551849 h 7103698"/>
              <a:gd name="connsiteX4" fmla="*/ 5747832 w 6934200"/>
              <a:gd name="connsiteY4" fmla="*/ 1270506 h 7103698"/>
              <a:gd name="connsiteX5" fmla="*/ 3466225 w 6934200"/>
              <a:gd name="connsiteY5" fmla="*/ 282777 h 7103698"/>
              <a:gd name="connsiteX6" fmla="*/ 3466149 w 6934200"/>
              <a:gd name="connsiteY6" fmla="*/ 0 h 7103698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0 w 3468050"/>
              <a:gd name="connsiteY0" fmla="*/ 0 h 3551849"/>
              <a:gd name="connsiteX1" fmla="*/ 1353240 w 3468050"/>
              <a:gd name="connsiteY1" fmla="*/ 288391 h 3551849"/>
              <a:gd name="connsiteX2" fmla="*/ 2481657 w 3468050"/>
              <a:gd name="connsiteY2" fmla="*/ 1070478 h 3551849"/>
              <a:gd name="connsiteX3" fmla="*/ 3468050 w 3468050"/>
              <a:gd name="connsiteY3" fmla="*/ 3551849 h 3551849"/>
              <a:gd name="connsiteX4" fmla="*/ 3185274 w 3468050"/>
              <a:gd name="connsiteY4" fmla="*/ 3551849 h 3551849"/>
              <a:gd name="connsiteX5" fmla="*/ 2281683 w 3468050"/>
              <a:gd name="connsiteY5" fmla="*/ 1270506 h 3551849"/>
              <a:gd name="connsiteX6" fmla="*/ 76 w 3468050"/>
              <a:gd name="connsiteY6" fmla="*/ 282777 h 3551849"/>
              <a:gd name="connsiteX7" fmla="*/ 0 w 3468050"/>
              <a:gd name="connsiteY7" fmla="*/ 0 h 3551849"/>
              <a:gd name="connsiteX0" fmla="*/ 14872 w 3482846"/>
              <a:gd name="connsiteY0" fmla="*/ 108407 h 3377479"/>
              <a:gd name="connsiteX1" fmla="*/ 1368036 w 3482846"/>
              <a:gd name="connsiteY1" fmla="*/ 114021 h 3377479"/>
              <a:gd name="connsiteX2" fmla="*/ 2496453 w 3482846"/>
              <a:gd name="connsiteY2" fmla="*/ 896108 h 3377479"/>
              <a:gd name="connsiteX3" fmla="*/ 3482846 w 3482846"/>
              <a:gd name="connsiteY3" fmla="*/ 3377479 h 3377479"/>
              <a:gd name="connsiteX4" fmla="*/ 3200070 w 3482846"/>
              <a:gd name="connsiteY4" fmla="*/ 3377479 h 3377479"/>
              <a:gd name="connsiteX5" fmla="*/ 2296479 w 3482846"/>
              <a:gd name="connsiteY5" fmla="*/ 1096136 h 3377479"/>
              <a:gd name="connsiteX6" fmla="*/ 14872 w 3482846"/>
              <a:gd name="connsiteY6" fmla="*/ 108407 h 3377479"/>
              <a:gd name="connsiteX0" fmla="*/ 0 w 3467974"/>
              <a:gd name="connsiteY0" fmla="*/ 52989 h 3322061"/>
              <a:gd name="connsiteX1" fmla="*/ 1353164 w 3467974"/>
              <a:gd name="connsiteY1" fmla="*/ 58603 h 3322061"/>
              <a:gd name="connsiteX2" fmla="*/ 2481581 w 3467974"/>
              <a:gd name="connsiteY2" fmla="*/ 840690 h 3322061"/>
              <a:gd name="connsiteX3" fmla="*/ 3467974 w 3467974"/>
              <a:gd name="connsiteY3" fmla="*/ 3322061 h 3322061"/>
              <a:gd name="connsiteX4" fmla="*/ 3185198 w 3467974"/>
              <a:gd name="connsiteY4" fmla="*/ 3322061 h 3322061"/>
              <a:gd name="connsiteX5" fmla="*/ 2281607 w 3467974"/>
              <a:gd name="connsiteY5" fmla="*/ 1040718 h 3322061"/>
              <a:gd name="connsiteX6" fmla="*/ 0 w 3467974"/>
              <a:gd name="connsiteY6" fmla="*/ 52989 h 3322061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53164 w 3467974"/>
              <a:gd name="connsiteY1" fmla="*/ 5615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15586 w 3467974"/>
              <a:gd name="connsiteY1" fmla="*/ 18141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15586 w 3467974"/>
              <a:gd name="connsiteY1" fmla="*/ 18141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67974"/>
              <a:gd name="connsiteY0" fmla="*/ 1 h 3269073"/>
              <a:gd name="connsiteX1" fmla="*/ 1315586 w 3467974"/>
              <a:gd name="connsiteY1" fmla="*/ 18141 h 3269073"/>
              <a:gd name="connsiteX2" fmla="*/ 2481581 w 3467974"/>
              <a:gd name="connsiteY2" fmla="*/ 787702 h 3269073"/>
              <a:gd name="connsiteX3" fmla="*/ 3467974 w 3467974"/>
              <a:gd name="connsiteY3" fmla="*/ 3269073 h 3269073"/>
              <a:gd name="connsiteX4" fmla="*/ 3185198 w 3467974"/>
              <a:gd name="connsiteY4" fmla="*/ 3269073 h 3269073"/>
              <a:gd name="connsiteX5" fmla="*/ 2281607 w 3467974"/>
              <a:gd name="connsiteY5" fmla="*/ 987730 h 3269073"/>
              <a:gd name="connsiteX6" fmla="*/ 0 w 3467974"/>
              <a:gd name="connsiteY6" fmla="*/ 1 h 3269073"/>
              <a:gd name="connsiteX0" fmla="*/ 0 w 3450511"/>
              <a:gd name="connsiteY0" fmla="*/ 1 h 3251610"/>
              <a:gd name="connsiteX1" fmla="*/ 12981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981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167735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450511"/>
              <a:gd name="connsiteY0" fmla="*/ 1 h 3251610"/>
              <a:gd name="connsiteX1" fmla="*/ 1285423 w 3450511"/>
              <a:gd name="connsiteY1" fmla="*/ 678 h 3251610"/>
              <a:gd name="connsiteX2" fmla="*/ 2464118 w 3450511"/>
              <a:gd name="connsiteY2" fmla="*/ 770239 h 3251610"/>
              <a:gd name="connsiteX3" fmla="*/ 3450511 w 3450511"/>
              <a:gd name="connsiteY3" fmla="*/ 3251610 h 3251610"/>
              <a:gd name="connsiteX4" fmla="*/ 3324310 w 3450511"/>
              <a:gd name="connsiteY4" fmla="*/ 3251610 h 3251610"/>
              <a:gd name="connsiteX5" fmla="*/ 2264144 w 3450511"/>
              <a:gd name="connsiteY5" fmla="*/ 970267 h 3251610"/>
              <a:gd name="connsiteX6" fmla="*/ 0 w 3450511"/>
              <a:gd name="connsiteY6" fmla="*/ 1 h 3251610"/>
              <a:gd name="connsiteX0" fmla="*/ 0 w 3575771"/>
              <a:gd name="connsiteY0" fmla="*/ 1 h 3251610"/>
              <a:gd name="connsiteX1" fmla="*/ 1285423 w 3575771"/>
              <a:gd name="connsiteY1" fmla="*/ 678 h 3251610"/>
              <a:gd name="connsiteX2" fmla="*/ 2464118 w 3575771"/>
              <a:gd name="connsiteY2" fmla="*/ 770239 h 3251610"/>
              <a:gd name="connsiteX3" fmla="*/ 3575771 w 3575771"/>
              <a:gd name="connsiteY3" fmla="*/ 3251610 h 3251610"/>
              <a:gd name="connsiteX4" fmla="*/ 3324310 w 3575771"/>
              <a:gd name="connsiteY4" fmla="*/ 3251610 h 3251610"/>
              <a:gd name="connsiteX5" fmla="*/ 2264144 w 3575771"/>
              <a:gd name="connsiteY5" fmla="*/ 970267 h 3251610"/>
              <a:gd name="connsiteX6" fmla="*/ 0 w 3575771"/>
              <a:gd name="connsiteY6" fmla="*/ 1 h 3251610"/>
              <a:gd name="connsiteX0" fmla="*/ 0 w 3575771"/>
              <a:gd name="connsiteY0" fmla="*/ 1 h 3251610"/>
              <a:gd name="connsiteX1" fmla="*/ 1285423 w 3575771"/>
              <a:gd name="connsiteY1" fmla="*/ 678 h 3251610"/>
              <a:gd name="connsiteX2" fmla="*/ 2464118 w 3575771"/>
              <a:gd name="connsiteY2" fmla="*/ 770239 h 3251610"/>
              <a:gd name="connsiteX3" fmla="*/ 3575771 w 3575771"/>
              <a:gd name="connsiteY3" fmla="*/ 3251610 h 3251610"/>
              <a:gd name="connsiteX4" fmla="*/ 3324310 w 3575771"/>
              <a:gd name="connsiteY4" fmla="*/ 3251610 h 3251610"/>
              <a:gd name="connsiteX5" fmla="*/ 2295459 w 3575771"/>
              <a:gd name="connsiteY5" fmla="*/ 970267 h 3251610"/>
              <a:gd name="connsiteX6" fmla="*/ 0 w 3575771"/>
              <a:gd name="connsiteY6" fmla="*/ 1 h 3251610"/>
              <a:gd name="connsiteX0" fmla="*/ 0 w 3611331"/>
              <a:gd name="connsiteY0" fmla="*/ 1 h 3251610"/>
              <a:gd name="connsiteX1" fmla="*/ 1285423 w 3611331"/>
              <a:gd name="connsiteY1" fmla="*/ 678 h 3251610"/>
              <a:gd name="connsiteX2" fmla="*/ 2464118 w 3611331"/>
              <a:gd name="connsiteY2" fmla="*/ 770239 h 3251610"/>
              <a:gd name="connsiteX3" fmla="*/ 3611331 w 3611331"/>
              <a:gd name="connsiteY3" fmla="*/ 3246530 h 3251610"/>
              <a:gd name="connsiteX4" fmla="*/ 3324310 w 3611331"/>
              <a:gd name="connsiteY4" fmla="*/ 3251610 h 3251610"/>
              <a:gd name="connsiteX5" fmla="*/ 2295459 w 3611331"/>
              <a:gd name="connsiteY5" fmla="*/ 970267 h 3251610"/>
              <a:gd name="connsiteX6" fmla="*/ 0 w 3611331"/>
              <a:gd name="connsiteY6" fmla="*/ 1 h 3251610"/>
              <a:gd name="connsiteX0" fmla="*/ 0 w 3611331"/>
              <a:gd name="connsiteY0" fmla="*/ 1 h 3251610"/>
              <a:gd name="connsiteX1" fmla="*/ 1285423 w 3611331"/>
              <a:gd name="connsiteY1" fmla="*/ 678 h 3251610"/>
              <a:gd name="connsiteX2" fmla="*/ 2464118 w 3611331"/>
              <a:gd name="connsiteY2" fmla="*/ 770239 h 3251610"/>
              <a:gd name="connsiteX3" fmla="*/ 3611331 w 3611331"/>
              <a:gd name="connsiteY3" fmla="*/ 3246530 h 3251610"/>
              <a:gd name="connsiteX4" fmla="*/ 3324310 w 3611331"/>
              <a:gd name="connsiteY4" fmla="*/ 3251610 h 3251610"/>
              <a:gd name="connsiteX5" fmla="*/ 2295459 w 3611331"/>
              <a:gd name="connsiteY5" fmla="*/ 970267 h 3251610"/>
              <a:gd name="connsiteX6" fmla="*/ 0 w 3611331"/>
              <a:gd name="connsiteY6" fmla="*/ 1 h 3251610"/>
              <a:gd name="connsiteX0" fmla="*/ 0 w 3611331"/>
              <a:gd name="connsiteY0" fmla="*/ 0 h 3251609"/>
              <a:gd name="connsiteX1" fmla="*/ 1285423 w 3611331"/>
              <a:gd name="connsiteY1" fmla="*/ 677 h 3251609"/>
              <a:gd name="connsiteX2" fmla="*/ 2464118 w 3611331"/>
              <a:gd name="connsiteY2" fmla="*/ 770238 h 3251609"/>
              <a:gd name="connsiteX3" fmla="*/ 3611331 w 3611331"/>
              <a:gd name="connsiteY3" fmla="*/ 3246529 h 3251609"/>
              <a:gd name="connsiteX4" fmla="*/ 3324310 w 3611331"/>
              <a:gd name="connsiteY4" fmla="*/ 3251609 h 3251609"/>
              <a:gd name="connsiteX5" fmla="*/ 2295459 w 3611331"/>
              <a:gd name="connsiteY5" fmla="*/ 970266 h 3251609"/>
              <a:gd name="connsiteX6" fmla="*/ 0 w 3611331"/>
              <a:gd name="connsiteY6" fmla="*/ 0 h 325160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64118 w 3611331"/>
              <a:gd name="connsiteY2" fmla="*/ 77023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64118 w 3611331"/>
              <a:gd name="connsiteY2" fmla="*/ 77023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  <a:gd name="connsiteX0" fmla="*/ 0 w 3611331"/>
              <a:gd name="connsiteY0" fmla="*/ 0 h 3246529"/>
              <a:gd name="connsiteX1" fmla="*/ 1285423 w 3611331"/>
              <a:gd name="connsiteY1" fmla="*/ 677 h 3246529"/>
              <a:gd name="connsiteX2" fmla="*/ 2494598 w 3611331"/>
              <a:gd name="connsiteY2" fmla="*/ 765158 h 3246529"/>
              <a:gd name="connsiteX3" fmla="*/ 3611331 w 3611331"/>
              <a:gd name="connsiteY3" fmla="*/ 3246529 h 3246529"/>
              <a:gd name="connsiteX4" fmla="*/ 3324310 w 3611331"/>
              <a:gd name="connsiteY4" fmla="*/ 3246529 h 3246529"/>
              <a:gd name="connsiteX5" fmla="*/ 2295459 w 3611331"/>
              <a:gd name="connsiteY5" fmla="*/ 970266 h 3246529"/>
              <a:gd name="connsiteX6" fmla="*/ 0 w 3611331"/>
              <a:gd name="connsiteY6" fmla="*/ 0 h 3246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1331" h="3246529">
                <a:moveTo>
                  <a:pt x="0" y="0"/>
                </a:moveTo>
                <a:lnTo>
                  <a:pt x="1285423" y="677"/>
                </a:lnTo>
                <a:cubicBezTo>
                  <a:pt x="1645019" y="151098"/>
                  <a:pt x="1990107" y="274983"/>
                  <a:pt x="2494598" y="765158"/>
                </a:cubicBezTo>
                <a:cubicBezTo>
                  <a:pt x="2999089" y="1255333"/>
                  <a:pt x="3565959" y="2085458"/>
                  <a:pt x="3611331" y="3246529"/>
                </a:cubicBezTo>
                <a:lnTo>
                  <a:pt x="3324310" y="3246529"/>
                </a:lnTo>
                <a:cubicBezTo>
                  <a:pt x="3324310" y="2394232"/>
                  <a:pt x="2874821" y="1580714"/>
                  <a:pt x="2295459" y="970266"/>
                </a:cubicBezTo>
                <a:cubicBezTo>
                  <a:pt x="1599348" y="313103"/>
                  <a:pt x="854110" y="4547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40000"/>
                  <a:lumOff val="60000"/>
                  <a:alpha val="75000"/>
                </a:schemeClr>
              </a:gs>
              <a:gs pos="34000">
                <a:schemeClr val="bg2">
                  <a:lumMod val="40000"/>
                  <a:lumOff val="60000"/>
                  <a:alpha val="50000"/>
                </a:schemeClr>
              </a:gs>
              <a:gs pos="66000">
                <a:schemeClr val="bg2">
                  <a:lumMod val="40000"/>
                  <a:lumOff val="60000"/>
                  <a:alpha val="25000"/>
                </a:schemeClr>
              </a:gs>
              <a:gs pos="100000">
                <a:schemeClr val="bg2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C407FC-70D9-4506-8CC7-98CB7D82E1E3}"/>
              </a:ext>
            </a:extLst>
          </p:cNvPr>
          <p:cNvGrpSpPr/>
          <p:nvPr userDrawn="1"/>
        </p:nvGrpSpPr>
        <p:grpSpPr>
          <a:xfrm>
            <a:off x="3009084" y="1755302"/>
            <a:ext cx="3187925" cy="3138226"/>
            <a:chOff x="-717947" y="1779736"/>
            <a:chExt cx="3677105" cy="3619784"/>
          </a:xfrm>
        </p:grpSpPr>
        <p:sp>
          <p:nvSpPr>
            <p:cNvPr id="9" name="Isosceles Triangle 9">
              <a:extLst>
                <a:ext uri="{FF2B5EF4-FFF2-40B4-BE49-F238E27FC236}">
                  <a16:creationId xmlns:a16="http://schemas.microsoft.com/office/drawing/2014/main" id="{B4EA358E-ABF5-4EFE-866B-2A0DD9195824}"/>
                </a:ext>
              </a:extLst>
            </p:cNvPr>
            <p:cNvSpPr/>
            <p:nvPr/>
          </p:nvSpPr>
          <p:spPr>
            <a:xfrm rot="10800000">
              <a:off x="434537" y="1779736"/>
              <a:ext cx="1372966" cy="1696670"/>
            </a:xfrm>
            <a:custGeom>
              <a:avLst/>
              <a:gdLst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0 w 1639888"/>
                <a:gd name="connsiteY3" fmla="*/ 2218988 h 2218988"/>
                <a:gd name="connsiteX0" fmla="*/ 0 w 1639888"/>
                <a:gd name="connsiteY0" fmla="*/ 2218988 h 2226295"/>
                <a:gd name="connsiteX1" fmla="*/ 819944 w 1639888"/>
                <a:gd name="connsiteY1" fmla="*/ 0 h 2226295"/>
                <a:gd name="connsiteX2" fmla="*/ 1639888 w 1639888"/>
                <a:gd name="connsiteY2" fmla="*/ 2218988 h 2226295"/>
                <a:gd name="connsiteX3" fmla="*/ 779745 w 1639888"/>
                <a:gd name="connsiteY3" fmla="*/ 2226295 h 2226295"/>
                <a:gd name="connsiteX4" fmla="*/ 0 w 1639888"/>
                <a:gd name="connsiteY4" fmla="*/ 2218988 h 2226295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825462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429016 w 1639888"/>
                <a:gd name="connsiteY1" fmla="*/ 1048848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199367 w 1639888"/>
                <a:gd name="connsiteY3" fmla="*/ 998744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719630"/>
                <a:gd name="connsiteY0" fmla="*/ 2218993 h 2218993"/>
                <a:gd name="connsiteX1" fmla="*/ 78288 w 1719630"/>
                <a:gd name="connsiteY1" fmla="*/ 961171 h 2218993"/>
                <a:gd name="connsiteX2" fmla="*/ 819944 w 1719630"/>
                <a:gd name="connsiteY2" fmla="*/ 5 h 2218993"/>
                <a:gd name="connsiteX3" fmla="*/ 1593937 w 1719630"/>
                <a:gd name="connsiteY3" fmla="*/ 948645 h 2218993"/>
                <a:gd name="connsiteX4" fmla="*/ 1639888 w 1719630"/>
                <a:gd name="connsiteY4" fmla="*/ 2218993 h 2218993"/>
                <a:gd name="connsiteX5" fmla="*/ 811060 w 1719630"/>
                <a:gd name="connsiteY5" fmla="*/ 1963253 h 2218993"/>
                <a:gd name="connsiteX6" fmla="*/ 0 w 1719630"/>
                <a:gd name="connsiteY6" fmla="*/ 2218993 h 2218993"/>
                <a:gd name="connsiteX0" fmla="*/ 0 w 1731895"/>
                <a:gd name="connsiteY0" fmla="*/ 2218994 h 2218994"/>
                <a:gd name="connsiteX1" fmla="*/ 78288 w 1731895"/>
                <a:gd name="connsiteY1" fmla="*/ 961172 h 2218994"/>
                <a:gd name="connsiteX2" fmla="*/ 819944 w 1731895"/>
                <a:gd name="connsiteY2" fmla="*/ 6 h 2218994"/>
                <a:gd name="connsiteX3" fmla="*/ 1593937 w 1731895"/>
                <a:gd name="connsiteY3" fmla="*/ 948646 h 2218994"/>
                <a:gd name="connsiteX4" fmla="*/ 1639888 w 1731895"/>
                <a:gd name="connsiteY4" fmla="*/ 2218994 h 2218994"/>
                <a:gd name="connsiteX5" fmla="*/ 811060 w 1731895"/>
                <a:gd name="connsiteY5" fmla="*/ 1963254 h 2218994"/>
                <a:gd name="connsiteX6" fmla="*/ 0 w 1731895"/>
                <a:gd name="connsiteY6" fmla="*/ 2218994 h 2218994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3187 w 1735082"/>
                <a:gd name="connsiteY0" fmla="*/ 2218988 h 2218988"/>
                <a:gd name="connsiteX1" fmla="*/ 81475 w 1735082"/>
                <a:gd name="connsiteY1" fmla="*/ 961166 h 2218988"/>
                <a:gd name="connsiteX2" fmla="*/ 823131 w 1735082"/>
                <a:gd name="connsiteY2" fmla="*/ 0 h 2218988"/>
                <a:gd name="connsiteX3" fmla="*/ 1597124 w 1735082"/>
                <a:gd name="connsiteY3" fmla="*/ 948640 h 2218988"/>
                <a:gd name="connsiteX4" fmla="*/ 1643075 w 1735082"/>
                <a:gd name="connsiteY4" fmla="*/ 2218988 h 2218988"/>
                <a:gd name="connsiteX5" fmla="*/ 814247 w 1735082"/>
                <a:gd name="connsiteY5" fmla="*/ 1963248 h 2218988"/>
                <a:gd name="connsiteX6" fmla="*/ 3187 w 1735082"/>
                <a:gd name="connsiteY6" fmla="*/ 2218988 h 2218988"/>
                <a:gd name="connsiteX0" fmla="*/ 47202 w 1779097"/>
                <a:gd name="connsiteY0" fmla="*/ 2218988 h 2218988"/>
                <a:gd name="connsiteX1" fmla="*/ 125490 w 1779097"/>
                <a:gd name="connsiteY1" fmla="*/ 961166 h 2218988"/>
                <a:gd name="connsiteX2" fmla="*/ 867146 w 1779097"/>
                <a:gd name="connsiteY2" fmla="*/ 0 h 2218988"/>
                <a:gd name="connsiteX3" fmla="*/ 1641139 w 1779097"/>
                <a:gd name="connsiteY3" fmla="*/ 948640 h 2218988"/>
                <a:gd name="connsiteX4" fmla="*/ 1687090 w 1779097"/>
                <a:gd name="connsiteY4" fmla="*/ 2218988 h 2218988"/>
                <a:gd name="connsiteX5" fmla="*/ 858262 w 1779097"/>
                <a:gd name="connsiteY5" fmla="*/ 1963248 h 2218988"/>
                <a:gd name="connsiteX6" fmla="*/ 47202 w 1779097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63736 w 1795631"/>
                <a:gd name="connsiteY0" fmla="*/ 2218988 h 2218988"/>
                <a:gd name="connsiteX1" fmla="*/ 142024 w 1795631"/>
                <a:gd name="connsiteY1" fmla="*/ 961166 h 2218988"/>
                <a:gd name="connsiteX2" fmla="*/ 883680 w 1795631"/>
                <a:gd name="connsiteY2" fmla="*/ 0 h 2218988"/>
                <a:gd name="connsiteX3" fmla="*/ 1657673 w 1795631"/>
                <a:gd name="connsiteY3" fmla="*/ 948640 h 2218988"/>
                <a:gd name="connsiteX4" fmla="*/ 1703624 w 1795631"/>
                <a:gd name="connsiteY4" fmla="*/ 2218988 h 2218988"/>
                <a:gd name="connsiteX5" fmla="*/ 874796 w 1795631"/>
                <a:gd name="connsiteY5" fmla="*/ 1963248 h 2218988"/>
                <a:gd name="connsiteX6" fmla="*/ 63736 w 1795631"/>
                <a:gd name="connsiteY6" fmla="*/ 2218988 h 221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31" h="2218988">
                  <a:moveTo>
                    <a:pt x="63736" y="2218988"/>
                  </a:moveTo>
                  <a:cubicBezTo>
                    <a:pt x="-29166" y="1762136"/>
                    <a:pt x="-34385" y="1392966"/>
                    <a:pt x="142024" y="961166"/>
                  </a:cubicBezTo>
                  <a:cubicBezTo>
                    <a:pt x="318433" y="529366"/>
                    <a:pt x="505811" y="296450"/>
                    <a:pt x="883680" y="0"/>
                  </a:cubicBezTo>
                  <a:cubicBezTo>
                    <a:pt x="1180129" y="179539"/>
                    <a:pt x="1483438" y="528705"/>
                    <a:pt x="1657673" y="948640"/>
                  </a:cubicBezTo>
                  <a:cubicBezTo>
                    <a:pt x="1831908" y="1368575"/>
                    <a:pt x="1834103" y="2049887"/>
                    <a:pt x="1703624" y="2218988"/>
                  </a:cubicBezTo>
                  <a:cubicBezTo>
                    <a:pt x="1372728" y="2018571"/>
                    <a:pt x="1148111" y="1963248"/>
                    <a:pt x="874796" y="1963248"/>
                  </a:cubicBezTo>
                  <a:cubicBezTo>
                    <a:pt x="601481" y="1963248"/>
                    <a:pt x="430122" y="2035273"/>
                    <a:pt x="63736" y="2218988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  <a:alpha val="51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6A4F536-CF13-49CE-99FE-9EBABF0BE58F}"/>
                </a:ext>
              </a:extLst>
            </p:cNvPr>
            <p:cNvSpPr/>
            <p:nvPr/>
          </p:nvSpPr>
          <p:spPr>
            <a:xfrm rot="15157986">
              <a:off x="1424340" y="2526421"/>
              <a:ext cx="1372966" cy="1696670"/>
            </a:xfrm>
            <a:custGeom>
              <a:avLst/>
              <a:gdLst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0 w 1639888"/>
                <a:gd name="connsiteY3" fmla="*/ 2218988 h 2218988"/>
                <a:gd name="connsiteX0" fmla="*/ 0 w 1639888"/>
                <a:gd name="connsiteY0" fmla="*/ 2218988 h 2226295"/>
                <a:gd name="connsiteX1" fmla="*/ 819944 w 1639888"/>
                <a:gd name="connsiteY1" fmla="*/ 0 h 2226295"/>
                <a:gd name="connsiteX2" fmla="*/ 1639888 w 1639888"/>
                <a:gd name="connsiteY2" fmla="*/ 2218988 h 2226295"/>
                <a:gd name="connsiteX3" fmla="*/ 779745 w 1639888"/>
                <a:gd name="connsiteY3" fmla="*/ 2226295 h 2226295"/>
                <a:gd name="connsiteX4" fmla="*/ 0 w 1639888"/>
                <a:gd name="connsiteY4" fmla="*/ 2218988 h 2226295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825462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429016 w 1639888"/>
                <a:gd name="connsiteY1" fmla="*/ 1048848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199367 w 1639888"/>
                <a:gd name="connsiteY3" fmla="*/ 998744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719630"/>
                <a:gd name="connsiteY0" fmla="*/ 2218993 h 2218993"/>
                <a:gd name="connsiteX1" fmla="*/ 78288 w 1719630"/>
                <a:gd name="connsiteY1" fmla="*/ 961171 h 2218993"/>
                <a:gd name="connsiteX2" fmla="*/ 819944 w 1719630"/>
                <a:gd name="connsiteY2" fmla="*/ 5 h 2218993"/>
                <a:gd name="connsiteX3" fmla="*/ 1593937 w 1719630"/>
                <a:gd name="connsiteY3" fmla="*/ 948645 h 2218993"/>
                <a:gd name="connsiteX4" fmla="*/ 1639888 w 1719630"/>
                <a:gd name="connsiteY4" fmla="*/ 2218993 h 2218993"/>
                <a:gd name="connsiteX5" fmla="*/ 811060 w 1719630"/>
                <a:gd name="connsiteY5" fmla="*/ 1963253 h 2218993"/>
                <a:gd name="connsiteX6" fmla="*/ 0 w 1719630"/>
                <a:gd name="connsiteY6" fmla="*/ 2218993 h 2218993"/>
                <a:gd name="connsiteX0" fmla="*/ 0 w 1731895"/>
                <a:gd name="connsiteY0" fmla="*/ 2218994 h 2218994"/>
                <a:gd name="connsiteX1" fmla="*/ 78288 w 1731895"/>
                <a:gd name="connsiteY1" fmla="*/ 961172 h 2218994"/>
                <a:gd name="connsiteX2" fmla="*/ 819944 w 1731895"/>
                <a:gd name="connsiteY2" fmla="*/ 6 h 2218994"/>
                <a:gd name="connsiteX3" fmla="*/ 1593937 w 1731895"/>
                <a:gd name="connsiteY3" fmla="*/ 948646 h 2218994"/>
                <a:gd name="connsiteX4" fmla="*/ 1639888 w 1731895"/>
                <a:gd name="connsiteY4" fmla="*/ 2218994 h 2218994"/>
                <a:gd name="connsiteX5" fmla="*/ 811060 w 1731895"/>
                <a:gd name="connsiteY5" fmla="*/ 1963254 h 2218994"/>
                <a:gd name="connsiteX6" fmla="*/ 0 w 1731895"/>
                <a:gd name="connsiteY6" fmla="*/ 2218994 h 2218994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3187 w 1735082"/>
                <a:gd name="connsiteY0" fmla="*/ 2218988 h 2218988"/>
                <a:gd name="connsiteX1" fmla="*/ 81475 w 1735082"/>
                <a:gd name="connsiteY1" fmla="*/ 961166 h 2218988"/>
                <a:gd name="connsiteX2" fmla="*/ 823131 w 1735082"/>
                <a:gd name="connsiteY2" fmla="*/ 0 h 2218988"/>
                <a:gd name="connsiteX3" fmla="*/ 1597124 w 1735082"/>
                <a:gd name="connsiteY3" fmla="*/ 948640 h 2218988"/>
                <a:gd name="connsiteX4" fmla="*/ 1643075 w 1735082"/>
                <a:gd name="connsiteY4" fmla="*/ 2218988 h 2218988"/>
                <a:gd name="connsiteX5" fmla="*/ 814247 w 1735082"/>
                <a:gd name="connsiteY5" fmla="*/ 1963248 h 2218988"/>
                <a:gd name="connsiteX6" fmla="*/ 3187 w 1735082"/>
                <a:gd name="connsiteY6" fmla="*/ 2218988 h 2218988"/>
                <a:gd name="connsiteX0" fmla="*/ 47202 w 1779097"/>
                <a:gd name="connsiteY0" fmla="*/ 2218988 h 2218988"/>
                <a:gd name="connsiteX1" fmla="*/ 125490 w 1779097"/>
                <a:gd name="connsiteY1" fmla="*/ 961166 h 2218988"/>
                <a:gd name="connsiteX2" fmla="*/ 867146 w 1779097"/>
                <a:gd name="connsiteY2" fmla="*/ 0 h 2218988"/>
                <a:gd name="connsiteX3" fmla="*/ 1641139 w 1779097"/>
                <a:gd name="connsiteY3" fmla="*/ 948640 h 2218988"/>
                <a:gd name="connsiteX4" fmla="*/ 1687090 w 1779097"/>
                <a:gd name="connsiteY4" fmla="*/ 2218988 h 2218988"/>
                <a:gd name="connsiteX5" fmla="*/ 858262 w 1779097"/>
                <a:gd name="connsiteY5" fmla="*/ 1963248 h 2218988"/>
                <a:gd name="connsiteX6" fmla="*/ 47202 w 1779097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63736 w 1795631"/>
                <a:gd name="connsiteY0" fmla="*/ 2218988 h 2218988"/>
                <a:gd name="connsiteX1" fmla="*/ 142024 w 1795631"/>
                <a:gd name="connsiteY1" fmla="*/ 961166 h 2218988"/>
                <a:gd name="connsiteX2" fmla="*/ 883680 w 1795631"/>
                <a:gd name="connsiteY2" fmla="*/ 0 h 2218988"/>
                <a:gd name="connsiteX3" fmla="*/ 1657673 w 1795631"/>
                <a:gd name="connsiteY3" fmla="*/ 948640 h 2218988"/>
                <a:gd name="connsiteX4" fmla="*/ 1703624 w 1795631"/>
                <a:gd name="connsiteY4" fmla="*/ 2218988 h 2218988"/>
                <a:gd name="connsiteX5" fmla="*/ 874796 w 1795631"/>
                <a:gd name="connsiteY5" fmla="*/ 1963248 h 2218988"/>
                <a:gd name="connsiteX6" fmla="*/ 63736 w 1795631"/>
                <a:gd name="connsiteY6" fmla="*/ 2218988 h 221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31" h="2218988">
                  <a:moveTo>
                    <a:pt x="63736" y="2218988"/>
                  </a:moveTo>
                  <a:cubicBezTo>
                    <a:pt x="-29166" y="1762136"/>
                    <a:pt x="-34385" y="1392966"/>
                    <a:pt x="142024" y="961166"/>
                  </a:cubicBezTo>
                  <a:cubicBezTo>
                    <a:pt x="318433" y="529366"/>
                    <a:pt x="505811" y="296450"/>
                    <a:pt x="883680" y="0"/>
                  </a:cubicBezTo>
                  <a:cubicBezTo>
                    <a:pt x="1180129" y="179539"/>
                    <a:pt x="1483438" y="528705"/>
                    <a:pt x="1657673" y="948640"/>
                  </a:cubicBezTo>
                  <a:cubicBezTo>
                    <a:pt x="1831908" y="1368575"/>
                    <a:pt x="1834103" y="2049887"/>
                    <a:pt x="1703624" y="2218988"/>
                  </a:cubicBezTo>
                  <a:cubicBezTo>
                    <a:pt x="1372728" y="2018571"/>
                    <a:pt x="1148111" y="1963248"/>
                    <a:pt x="874796" y="1963248"/>
                  </a:cubicBezTo>
                  <a:cubicBezTo>
                    <a:pt x="601481" y="1963248"/>
                    <a:pt x="430122" y="2035273"/>
                    <a:pt x="63736" y="2218988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  <a:alpha val="51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9">
              <a:extLst>
                <a:ext uri="{FF2B5EF4-FFF2-40B4-BE49-F238E27FC236}">
                  <a16:creationId xmlns:a16="http://schemas.microsoft.com/office/drawing/2014/main" id="{CF15A0B9-8C14-457A-9542-A375DFC9AA18}"/>
                </a:ext>
              </a:extLst>
            </p:cNvPr>
            <p:cNvSpPr/>
            <p:nvPr/>
          </p:nvSpPr>
          <p:spPr>
            <a:xfrm rot="19410712">
              <a:off x="1019914" y="3698580"/>
              <a:ext cx="1372966" cy="1696670"/>
            </a:xfrm>
            <a:custGeom>
              <a:avLst/>
              <a:gdLst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0 w 1639888"/>
                <a:gd name="connsiteY3" fmla="*/ 2218988 h 2218988"/>
                <a:gd name="connsiteX0" fmla="*/ 0 w 1639888"/>
                <a:gd name="connsiteY0" fmla="*/ 2218988 h 2226295"/>
                <a:gd name="connsiteX1" fmla="*/ 819944 w 1639888"/>
                <a:gd name="connsiteY1" fmla="*/ 0 h 2226295"/>
                <a:gd name="connsiteX2" fmla="*/ 1639888 w 1639888"/>
                <a:gd name="connsiteY2" fmla="*/ 2218988 h 2226295"/>
                <a:gd name="connsiteX3" fmla="*/ 779745 w 1639888"/>
                <a:gd name="connsiteY3" fmla="*/ 2226295 h 2226295"/>
                <a:gd name="connsiteX4" fmla="*/ 0 w 1639888"/>
                <a:gd name="connsiteY4" fmla="*/ 2218988 h 2226295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825462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429016 w 1639888"/>
                <a:gd name="connsiteY1" fmla="*/ 1048848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199367 w 1639888"/>
                <a:gd name="connsiteY3" fmla="*/ 998744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719630"/>
                <a:gd name="connsiteY0" fmla="*/ 2218993 h 2218993"/>
                <a:gd name="connsiteX1" fmla="*/ 78288 w 1719630"/>
                <a:gd name="connsiteY1" fmla="*/ 961171 h 2218993"/>
                <a:gd name="connsiteX2" fmla="*/ 819944 w 1719630"/>
                <a:gd name="connsiteY2" fmla="*/ 5 h 2218993"/>
                <a:gd name="connsiteX3" fmla="*/ 1593937 w 1719630"/>
                <a:gd name="connsiteY3" fmla="*/ 948645 h 2218993"/>
                <a:gd name="connsiteX4" fmla="*/ 1639888 w 1719630"/>
                <a:gd name="connsiteY4" fmla="*/ 2218993 h 2218993"/>
                <a:gd name="connsiteX5" fmla="*/ 811060 w 1719630"/>
                <a:gd name="connsiteY5" fmla="*/ 1963253 h 2218993"/>
                <a:gd name="connsiteX6" fmla="*/ 0 w 1719630"/>
                <a:gd name="connsiteY6" fmla="*/ 2218993 h 2218993"/>
                <a:gd name="connsiteX0" fmla="*/ 0 w 1731895"/>
                <a:gd name="connsiteY0" fmla="*/ 2218994 h 2218994"/>
                <a:gd name="connsiteX1" fmla="*/ 78288 w 1731895"/>
                <a:gd name="connsiteY1" fmla="*/ 961172 h 2218994"/>
                <a:gd name="connsiteX2" fmla="*/ 819944 w 1731895"/>
                <a:gd name="connsiteY2" fmla="*/ 6 h 2218994"/>
                <a:gd name="connsiteX3" fmla="*/ 1593937 w 1731895"/>
                <a:gd name="connsiteY3" fmla="*/ 948646 h 2218994"/>
                <a:gd name="connsiteX4" fmla="*/ 1639888 w 1731895"/>
                <a:gd name="connsiteY4" fmla="*/ 2218994 h 2218994"/>
                <a:gd name="connsiteX5" fmla="*/ 811060 w 1731895"/>
                <a:gd name="connsiteY5" fmla="*/ 1963254 h 2218994"/>
                <a:gd name="connsiteX6" fmla="*/ 0 w 1731895"/>
                <a:gd name="connsiteY6" fmla="*/ 2218994 h 2218994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3187 w 1735082"/>
                <a:gd name="connsiteY0" fmla="*/ 2218988 h 2218988"/>
                <a:gd name="connsiteX1" fmla="*/ 81475 w 1735082"/>
                <a:gd name="connsiteY1" fmla="*/ 961166 h 2218988"/>
                <a:gd name="connsiteX2" fmla="*/ 823131 w 1735082"/>
                <a:gd name="connsiteY2" fmla="*/ 0 h 2218988"/>
                <a:gd name="connsiteX3" fmla="*/ 1597124 w 1735082"/>
                <a:gd name="connsiteY3" fmla="*/ 948640 h 2218988"/>
                <a:gd name="connsiteX4" fmla="*/ 1643075 w 1735082"/>
                <a:gd name="connsiteY4" fmla="*/ 2218988 h 2218988"/>
                <a:gd name="connsiteX5" fmla="*/ 814247 w 1735082"/>
                <a:gd name="connsiteY5" fmla="*/ 1963248 h 2218988"/>
                <a:gd name="connsiteX6" fmla="*/ 3187 w 1735082"/>
                <a:gd name="connsiteY6" fmla="*/ 2218988 h 2218988"/>
                <a:gd name="connsiteX0" fmla="*/ 47202 w 1779097"/>
                <a:gd name="connsiteY0" fmla="*/ 2218988 h 2218988"/>
                <a:gd name="connsiteX1" fmla="*/ 125490 w 1779097"/>
                <a:gd name="connsiteY1" fmla="*/ 961166 h 2218988"/>
                <a:gd name="connsiteX2" fmla="*/ 867146 w 1779097"/>
                <a:gd name="connsiteY2" fmla="*/ 0 h 2218988"/>
                <a:gd name="connsiteX3" fmla="*/ 1641139 w 1779097"/>
                <a:gd name="connsiteY3" fmla="*/ 948640 h 2218988"/>
                <a:gd name="connsiteX4" fmla="*/ 1687090 w 1779097"/>
                <a:gd name="connsiteY4" fmla="*/ 2218988 h 2218988"/>
                <a:gd name="connsiteX5" fmla="*/ 858262 w 1779097"/>
                <a:gd name="connsiteY5" fmla="*/ 1963248 h 2218988"/>
                <a:gd name="connsiteX6" fmla="*/ 47202 w 1779097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63736 w 1795631"/>
                <a:gd name="connsiteY0" fmla="*/ 2218988 h 2218988"/>
                <a:gd name="connsiteX1" fmla="*/ 142024 w 1795631"/>
                <a:gd name="connsiteY1" fmla="*/ 961166 h 2218988"/>
                <a:gd name="connsiteX2" fmla="*/ 883680 w 1795631"/>
                <a:gd name="connsiteY2" fmla="*/ 0 h 2218988"/>
                <a:gd name="connsiteX3" fmla="*/ 1657673 w 1795631"/>
                <a:gd name="connsiteY3" fmla="*/ 948640 h 2218988"/>
                <a:gd name="connsiteX4" fmla="*/ 1703624 w 1795631"/>
                <a:gd name="connsiteY4" fmla="*/ 2218988 h 2218988"/>
                <a:gd name="connsiteX5" fmla="*/ 874796 w 1795631"/>
                <a:gd name="connsiteY5" fmla="*/ 1963248 h 2218988"/>
                <a:gd name="connsiteX6" fmla="*/ 63736 w 1795631"/>
                <a:gd name="connsiteY6" fmla="*/ 2218988 h 221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31" h="2218988">
                  <a:moveTo>
                    <a:pt x="63736" y="2218988"/>
                  </a:moveTo>
                  <a:cubicBezTo>
                    <a:pt x="-29166" y="1762136"/>
                    <a:pt x="-34385" y="1392966"/>
                    <a:pt x="142024" y="961166"/>
                  </a:cubicBezTo>
                  <a:cubicBezTo>
                    <a:pt x="318433" y="529366"/>
                    <a:pt x="505811" y="296450"/>
                    <a:pt x="883680" y="0"/>
                  </a:cubicBezTo>
                  <a:cubicBezTo>
                    <a:pt x="1180129" y="179539"/>
                    <a:pt x="1483438" y="528705"/>
                    <a:pt x="1657673" y="948640"/>
                  </a:cubicBezTo>
                  <a:cubicBezTo>
                    <a:pt x="1831908" y="1368575"/>
                    <a:pt x="1834103" y="2049887"/>
                    <a:pt x="1703624" y="2218988"/>
                  </a:cubicBezTo>
                  <a:cubicBezTo>
                    <a:pt x="1372728" y="2018571"/>
                    <a:pt x="1148111" y="1963248"/>
                    <a:pt x="874796" y="1963248"/>
                  </a:cubicBezTo>
                  <a:cubicBezTo>
                    <a:pt x="601481" y="1963248"/>
                    <a:pt x="430122" y="2035273"/>
                    <a:pt x="63736" y="2218988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  <a:alpha val="51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9">
              <a:extLst>
                <a:ext uri="{FF2B5EF4-FFF2-40B4-BE49-F238E27FC236}">
                  <a16:creationId xmlns:a16="http://schemas.microsoft.com/office/drawing/2014/main" id="{28CB773D-5C1F-476B-8C12-ACBAFBB419D4}"/>
                </a:ext>
              </a:extLst>
            </p:cNvPr>
            <p:cNvSpPr/>
            <p:nvPr/>
          </p:nvSpPr>
          <p:spPr>
            <a:xfrm rot="2117596">
              <a:off x="-221246" y="3702850"/>
              <a:ext cx="1372966" cy="1696670"/>
            </a:xfrm>
            <a:custGeom>
              <a:avLst/>
              <a:gdLst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0 w 1639888"/>
                <a:gd name="connsiteY3" fmla="*/ 2218988 h 2218988"/>
                <a:gd name="connsiteX0" fmla="*/ 0 w 1639888"/>
                <a:gd name="connsiteY0" fmla="*/ 2218988 h 2226295"/>
                <a:gd name="connsiteX1" fmla="*/ 819944 w 1639888"/>
                <a:gd name="connsiteY1" fmla="*/ 0 h 2226295"/>
                <a:gd name="connsiteX2" fmla="*/ 1639888 w 1639888"/>
                <a:gd name="connsiteY2" fmla="*/ 2218988 h 2226295"/>
                <a:gd name="connsiteX3" fmla="*/ 779745 w 1639888"/>
                <a:gd name="connsiteY3" fmla="*/ 2226295 h 2226295"/>
                <a:gd name="connsiteX4" fmla="*/ 0 w 1639888"/>
                <a:gd name="connsiteY4" fmla="*/ 2218988 h 2226295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825462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429016 w 1639888"/>
                <a:gd name="connsiteY1" fmla="*/ 1048848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199367 w 1639888"/>
                <a:gd name="connsiteY3" fmla="*/ 998744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719630"/>
                <a:gd name="connsiteY0" fmla="*/ 2218993 h 2218993"/>
                <a:gd name="connsiteX1" fmla="*/ 78288 w 1719630"/>
                <a:gd name="connsiteY1" fmla="*/ 961171 h 2218993"/>
                <a:gd name="connsiteX2" fmla="*/ 819944 w 1719630"/>
                <a:gd name="connsiteY2" fmla="*/ 5 h 2218993"/>
                <a:gd name="connsiteX3" fmla="*/ 1593937 w 1719630"/>
                <a:gd name="connsiteY3" fmla="*/ 948645 h 2218993"/>
                <a:gd name="connsiteX4" fmla="*/ 1639888 w 1719630"/>
                <a:gd name="connsiteY4" fmla="*/ 2218993 h 2218993"/>
                <a:gd name="connsiteX5" fmla="*/ 811060 w 1719630"/>
                <a:gd name="connsiteY5" fmla="*/ 1963253 h 2218993"/>
                <a:gd name="connsiteX6" fmla="*/ 0 w 1719630"/>
                <a:gd name="connsiteY6" fmla="*/ 2218993 h 2218993"/>
                <a:gd name="connsiteX0" fmla="*/ 0 w 1731895"/>
                <a:gd name="connsiteY0" fmla="*/ 2218994 h 2218994"/>
                <a:gd name="connsiteX1" fmla="*/ 78288 w 1731895"/>
                <a:gd name="connsiteY1" fmla="*/ 961172 h 2218994"/>
                <a:gd name="connsiteX2" fmla="*/ 819944 w 1731895"/>
                <a:gd name="connsiteY2" fmla="*/ 6 h 2218994"/>
                <a:gd name="connsiteX3" fmla="*/ 1593937 w 1731895"/>
                <a:gd name="connsiteY3" fmla="*/ 948646 h 2218994"/>
                <a:gd name="connsiteX4" fmla="*/ 1639888 w 1731895"/>
                <a:gd name="connsiteY4" fmla="*/ 2218994 h 2218994"/>
                <a:gd name="connsiteX5" fmla="*/ 811060 w 1731895"/>
                <a:gd name="connsiteY5" fmla="*/ 1963254 h 2218994"/>
                <a:gd name="connsiteX6" fmla="*/ 0 w 1731895"/>
                <a:gd name="connsiteY6" fmla="*/ 2218994 h 2218994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3187 w 1735082"/>
                <a:gd name="connsiteY0" fmla="*/ 2218988 h 2218988"/>
                <a:gd name="connsiteX1" fmla="*/ 81475 w 1735082"/>
                <a:gd name="connsiteY1" fmla="*/ 961166 h 2218988"/>
                <a:gd name="connsiteX2" fmla="*/ 823131 w 1735082"/>
                <a:gd name="connsiteY2" fmla="*/ 0 h 2218988"/>
                <a:gd name="connsiteX3" fmla="*/ 1597124 w 1735082"/>
                <a:gd name="connsiteY3" fmla="*/ 948640 h 2218988"/>
                <a:gd name="connsiteX4" fmla="*/ 1643075 w 1735082"/>
                <a:gd name="connsiteY4" fmla="*/ 2218988 h 2218988"/>
                <a:gd name="connsiteX5" fmla="*/ 814247 w 1735082"/>
                <a:gd name="connsiteY5" fmla="*/ 1963248 h 2218988"/>
                <a:gd name="connsiteX6" fmla="*/ 3187 w 1735082"/>
                <a:gd name="connsiteY6" fmla="*/ 2218988 h 2218988"/>
                <a:gd name="connsiteX0" fmla="*/ 47202 w 1779097"/>
                <a:gd name="connsiteY0" fmla="*/ 2218988 h 2218988"/>
                <a:gd name="connsiteX1" fmla="*/ 125490 w 1779097"/>
                <a:gd name="connsiteY1" fmla="*/ 961166 h 2218988"/>
                <a:gd name="connsiteX2" fmla="*/ 867146 w 1779097"/>
                <a:gd name="connsiteY2" fmla="*/ 0 h 2218988"/>
                <a:gd name="connsiteX3" fmla="*/ 1641139 w 1779097"/>
                <a:gd name="connsiteY3" fmla="*/ 948640 h 2218988"/>
                <a:gd name="connsiteX4" fmla="*/ 1687090 w 1779097"/>
                <a:gd name="connsiteY4" fmla="*/ 2218988 h 2218988"/>
                <a:gd name="connsiteX5" fmla="*/ 858262 w 1779097"/>
                <a:gd name="connsiteY5" fmla="*/ 1963248 h 2218988"/>
                <a:gd name="connsiteX6" fmla="*/ 47202 w 1779097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63736 w 1795631"/>
                <a:gd name="connsiteY0" fmla="*/ 2218988 h 2218988"/>
                <a:gd name="connsiteX1" fmla="*/ 142024 w 1795631"/>
                <a:gd name="connsiteY1" fmla="*/ 961166 h 2218988"/>
                <a:gd name="connsiteX2" fmla="*/ 883680 w 1795631"/>
                <a:gd name="connsiteY2" fmla="*/ 0 h 2218988"/>
                <a:gd name="connsiteX3" fmla="*/ 1657673 w 1795631"/>
                <a:gd name="connsiteY3" fmla="*/ 948640 h 2218988"/>
                <a:gd name="connsiteX4" fmla="*/ 1703624 w 1795631"/>
                <a:gd name="connsiteY4" fmla="*/ 2218988 h 2218988"/>
                <a:gd name="connsiteX5" fmla="*/ 874796 w 1795631"/>
                <a:gd name="connsiteY5" fmla="*/ 1963248 h 2218988"/>
                <a:gd name="connsiteX6" fmla="*/ 63736 w 1795631"/>
                <a:gd name="connsiteY6" fmla="*/ 2218988 h 221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31" h="2218988">
                  <a:moveTo>
                    <a:pt x="63736" y="2218988"/>
                  </a:moveTo>
                  <a:cubicBezTo>
                    <a:pt x="-29166" y="1762136"/>
                    <a:pt x="-34385" y="1392966"/>
                    <a:pt x="142024" y="961166"/>
                  </a:cubicBezTo>
                  <a:cubicBezTo>
                    <a:pt x="318433" y="529366"/>
                    <a:pt x="505811" y="296450"/>
                    <a:pt x="883680" y="0"/>
                  </a:cubicBezTo>
                  <a:cubicBezTo>
                    <a:pt x="1180129" y="179539"/>
                    <a:pt x="1483438" y="528705"/>
                    <a:pt x="1657673" y="948640"/>
                  </a:cubicBezTo>
                  <a:cubicBezTo>
                    <a:pt x="1831908" y="1368575"/>
                    <a:pt x="1834103" y="2049887"/>
                    <a:pt x="1703624" y="2218988"/>
                  </a:cubicBezTo>
                  <a:cubicBezTo>
                    <a:pt x="1372728" y="2018571"/>
                    <a:pt x="1148111" y="1963248"/>
                    <a:pt x="874796" y="1963248"/>
                  </a:cubicBezTo>
                  <a:cubicBezTo>
                    <a:pt x="601481" y="1963248"/>
                    <a:pt x="430122" y="2035273"/>
                    <a:pt x="63736" y="2218988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  <a:alpha val="51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9">
              <a:extLst>
                <a:ext uri="{FF2B5EF4-FFF2-40B4-BE49-F238E27FC236}">
                  <a16:creationId xmlns:a16="http://schemas.microsoft.com/office/drawing/2014/main" id="{CEEFFF21-D0EC-47FC-AF79-459F7511D9DC}"/>
                </a:ext>
              </a:extLst>
            </p:cNvPr>
            <p:cNvSpPr/>
            <p:nvPr/>
          </p:nvSpPr>
          <p:spPr>
            <a:xfrm rot="6542386">
              <a:off x="-556095" y="2510784"/>
              <a:ext cx="1372966" cy="1696670"/>
            </a:xfrm>
            <a:custGeom>
              <a:avLst/>
              <a:gdLst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0 w 1639888"/>
                <a:gd name="connsiteY3" fmla="*/ 2218988 h 2218988"/>
                <a:gd name="connsiteX0" fmla="*/ 0 w 1639888"/>
                <a:gd name="connsiteY0" fmla="*/ 2218988 h 2226295"/>
                <a:gd name="connsiteX1" fmla="*/ 819944 w 1639888"/>
                <a:gd name="connsiteY1" fmla="*/ 0 h 2226295"/>
                <a:gd name="connsiteX2" fmla="*/ 1639888 w 1639888"/>
                <a:gd name="connsiteY2" fmla="*/ 2218988 h 2226295"/>
                <a:gd name="connsiteX3" fmla="*/ 779745 w 1639888"/>
                <a:gd name="connsiteY3" fmla="*/ 2226295 h 2226295"/>
                <a:gd name="connsiteX4" fmla="*/ 0 w 1639888"/>
                <a:gd name="connsiteY4" fmla="*/ 2218988 h 2226295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825462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819944 w 1639888"/>
                <a:gd name="connsiteY1" fmla="*/ 0 h 2218988"/>
                <a:gd name="connsiteX2" fmla="*/ 1639888 w 1639888"/>
                <a:gd name="connsiteY2" fmla="*/ 2218988 h 2218988"/>
                <a:gd name="connsiteX3" fmla="*/ 811060 w 1639888"/>
                <a:gd name="connsiteY3" fmla="*/ 1963248 h 2218988"/>
                <a:gd name="connsiteX4" fmla="*/ 0 w 1639888"/>
                <a:gd name="connsiteY4" fmla="*/ 2218988 h 2218988"/>
                <a:gd name="connsiteX0" fmla="*/ 0 w 1639888"/>
                <a:gd name="connsiteY0" fmla="*/ 2218988 h 2218988"/>
                <a:gd name="connsiteX1" fmla="*/ 429016 w 1639888"/>
                <a:gd name="connsiteY1" fmla="*/ 1048848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639888 w 1639888"/>
                <a:gd name="connsiteY3" fmla="*/ 2218988 h 2218988"/>
                <a:gd name="connsiteX4" fmla="*/ 811060 w 1639888"/>
                <a:gd name="connsiteY4" fmla="*/ 1963248 h 2218988"/>
                <a:gd name="connsiteX5" fmla="*/ 0 w 1639888"/>
                <a:gd name="connsiteY5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199367 w 1639888"/>
                <a:gd name="connsiteY3" fmla="*/ 998744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58760"/>
                <a:gd name="connsiteX1" fmla="*/ 78288 w 1639888"/>
                <a:gd name="connsiteY1" fmla="*/ 961166 h 2258760"/>
                <a:gd name="connsiteX2" fmla="*/ 819944 w 1639888"/>
                <a:gd name="connsiteY2" fmla="*/ 0 h 2258760"/>
                <a:gd name="connsiteX3" fmla="*/ 1593937 w 1639888"/>
                <a:gd name="connsiteY3" fmla="*/ 948640 h 2258760"/>
                <a:gd name="connsiteX4" fmla="*/ 1639888 w 1639888"/>
                <a:gd name="connsiteY4" fmla="*/ 2218988 h 2258760"/>
                <a:gd name="connsiteX5" fmla="*/ 811060 w 1639888"/>
                <a:gd name="connsiteY5" fmla="*/ 1963248 h 2258760"/>
                <a:gd name="connsiteX6" fmla="*/ 0 w 1639888"/>
                <a:gd name="connsiteY6" fmla="*/ 2218988 h 2258760"/>
                <a:gd name="connsiteX0" fmla="*/ 0 w 1639888"/>
                <a:gd name="connsiteY0" fmla="*/ 2218988 h 2218988"/>
                <a:gd name="connsiteX1" fmla="*/ 78288 w 1639888"/>
                <a:gd name="connsiteY1" fmla="*/ 961166 h 2218988"/>
                <a:gd name="connsiteX2" fmla="*/ 819944 w 1639888"/>
                <a:gd name="connsiteY2" fmla="*/ 0 h 2218988"/>
                <a:gd name="connsiteX3" fmla="*/ 1593937 w 1639888"/>
                <a:gd name="connsiteY3" fmla="*/ 948640 h 2218988"/>
                <a:gd name="connsiteX4" fmla="*/ 1639888 w 1639888"/>
                <a:gd name="connsiteY4" fmla="*/ 2218988 h 2218988"/>
                <a:gd name="connsiteX5" fmla="*/ 811060 w 1639888"/>
                <a:gd name="connsiteY5" fmla="*/ 1963248 h 2218988"/>
                <a:gd name="connsiteX6" fmla="*/ 0 w 1639888"/>
                <a:gd name="connsiteY6" fmla="*/ 2218988 h 2218988"/>
                <a:gd name="connsiteX0" fmla="*/ 0 w 1719630"/>
                <a:gd name="connsiteY0" fmla="*/ 2218993 h 2218993"/>
                <a:gd name="connsiteX1" fmla="*/ 78288 w 1719630"/>
                <a:gd name="connsiteY1" fmla="*/ 961171 h 2218993"/>
                <a:gd name="connsiteX2" fmla="*/ 819944 w 1719630"/>
                <a:gd name="connsiteY2" fmla="*/ 5 h 2218993"/>
                <a:gd name="connsiteX3" fmla="*/ 1593937 w 1719630"/>
                <a:gd name="connsiteY3" fmla="*/ 948645 h 2218993"/>
                <a:gd name="connsiteX4" fmla="*/ 1639888 w 1719630"/>
                <a:gd name="connsiteY4" fmla="*/ 2218993 h 2218993"/>
                <a:gd name="connsiteX5" fmla="*/ 811060 w 1719630"/>
                <a:gd name="connsiteY5" fmla="*/ 1963253 h 2218993"/>
                <a:gd name="connsiteX6" fmla="*/ 0 w 1719630"/>
                <a:gd name="connsiteY6" fmla="*/ 2218993 h 2218993"/>
                <a:gd name="connsiteX0" fmla="*/ 0 w 1731895"/>
                <a:gd name="connsiteY0" fmla="*/ 2218994 h 2218994"/>
                <a:gd name="connsiteX1" fmla="*/ 78288 w 1731895"/>
                <a:gd name="connsiteY1" fmla="*/ 961172 h 2218994"/>
                <a:gd name="connsiteX2" fmla="*/ 819944 w 1731895"/>
                <a:gd name="connsiteY2" fmla="*/ 6 h 2218994"/>
                <a:gd name="connsiteX3" fmla="*/ 1593937 w 1731895"/>
                <a:gd name="connsiteY3" fmla="*/ 948646 h 2218994"/>
                <a:gd name="connsiteX4" fmla="*/ 1639888 w 1731895"/>
                <a:gd name="connsiteY4" fmla="*/ 2218994 h 2218994"/>
                <a:gd name="connsiteX5" fmla="*/ 811060 w 1731895"/>
                <a:gd name="connsiteY5" fmla="*/ 1963254 h 2218994"/>
                <a:gd name="connsiteX6" fmla="*/ 0 w 1731895"/>
                <a:gd name="connsiteY6" fmla="*/ 2218994 h 2218994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0 w 1731895"/>
                <a:gd name="connsiteY0" fmla="*/ 2218988 h 2218988"/>
                <a:gd name="connsiteX1" fmla="*/ 78288 w 1731895"/>
                <a:gd name="connsiteY1" fmla="*/ 961166 h 2218988"/>
                <a:gd name="connsiteX2" fmla="*/ 819944 w 1731895"/>
                <a:gd name="connsiteY2" fmla="*/ 0 h 2218988"/>
                <a:gd name="connsiteX3" fmla="*/ 1593937 w 1731895"/>
                <a:gd name="connsiteY3" fmla="*/ 948640 h 2218988"/>
                <a:gd name="connsiteX4" fmla="*/ 1639888 w 1731895"/>
                <a:gd name="connsiteY4" fmla="*/ 2218988 h 2218988"/>
                <a:gd name="connsiteX5" fmla="*/ 811060 w 1731895"/>
                <a:gd name="connsiteY5" fmla="*/ 1963248 h 2218988"/>
                <a:gd name="connsiteX6" fmla="*/ 0 w 1731895"/>
                <a:gd name="connsiteY6" fmla="*/ 2218988 h 2218988"/>
                <a:gd name="connsiteX0" fmla="*/ 3187 w 1735082"/>
                <a:gd name="connsiteY0" fmla="*/ 2218988 h 2218988"/>
                <a:gd name="connsiteX1" fmla="*/ 81475 w 1735082"/>
                <a:gd name="connsiteY1" fmla="*/ 961166 h 2218988"/>
                <a:gd name="connsiteX2" fmla="*/ 823131 w 1735082"/>
                <a:gd name="connsiteY2" fmla="*/ 0 h 2218988"/>
                <a:gd name="connsiteX3" fmla="*/ 1597124 w 1735082"/>
                <a:gd name="connsiteY3" fmla="*/ 948640 h 2218988"/>
                <a:gd name="connsiteX4" fmla="*/ 1643075 w 1735082"/>
                <a:gd name="connsiteY4" fmla="*/ 2218988 h 2218988"/>
                <a:gd name="connsiteX5" fmla="*/ 814247 w 1735082"/>
                <a:gd name="connsiteY5" fmla="*/ 1963248 h 2218988"/>
                <a:gd name="connsiteX6" fmla="*/ 3187 w 1735082"/>
                <a:gd name="connsiteY6" fmla="*/ 2218988 h 2218988"/>
                <a:gd name="connsiteX0" fmla="*/ 47202 w 1779097"/>
                <a:gd name="connsiteY0" fmla="*/ 2218988 h 2218988"/>
                <a:gd name="connsiteX1" fmla="*/ 125490 w 1779097"/>
                <a:gd name="connsiteY1" fmla="*/ 961166 h 2218988"/>
                <a:gd name="connsiteX2" fmla="*/ 867146 w 1779097"/>
                <a:gd name="connsiteY2" fmla="*/ 0 h 2218988"/>
                <a:gd name="connsiteX3" fmla="*/ 1641139 w 1779097"/>
                <a:gd name="connsiteY3" fmla="*/ 948640 h 2218988"/>
                <a:gd name="connsiteX4" fmla="*/ 1687090 w 1779097"/>
                <a:gd name="connsiteY4" fmla="*/ 2218988 h 2218988"/>
                <a:gd name="connsiteX5" fmla="*/ 858262 w 1779097"/>
                <a:gd name="connsiteY5" fmla="*/ 1963248 h 2218988"/>
                <a:gd name="connsiteX6" fmla="*/ 47202 w 1779097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58516 w 1790411"/>
                <a:gd name="connsiteY0" fmla="*/ 2218988 h 2218988"/>
                <a:gd name="connsiteX1" fmla="*/ 136804 w 1790411"/>
                <a:gd name="connsiteY1" fmla="*/ 961166 h 2218988"/>
                <a:gd name="connsiteX2" fmla="*/ 878460 w 1790411"/>
                <a:gd name="connsiteY2" fmla="*/ 0 h 2218988"/>
                <a:gd name="connsiteX3" fmla="*/ 1652453 w 1790411"/>
                <a:gd name="connsiteY3" fmla="*/ 948640 h 2218988"/>
                <a:gd name="connsiteX4" fmla="*/ 1698404 w 1790411"/>
                <a:gd name="connsiteY4" fmla="*/ 2218988 h 2218988"/>
                <a:gd name="connsiteX5" fmla="*/ 869576 w 1790411"/>
                <a:gd name="connsiteY5" fmla="*/ 1963248 h 2218988"/>
                <a:gd name="connsiteX6" fmla="*/ 58516 w 1790411"/>
                <a:gd name="connsiteY6" fmla="*/ 2218988 h 2218988"/>
                <a:gd name="connsiteX0" fmla="*/ 63736 w 1795631"/>
                <a:gd name="connsiteY0" fmla="*/ 2218988 h 2218988"/>
                <a:gd name="connsiteX1" fmla="*/ 142024 w 1795631"/>
                <a:gd name="connsiteY1" fmla="*/ 961166 h 2218988"/>
                <a:gd name="connsiteX2" fmla="*/ 883680 w 1795631"/>
                <a:gd name="connsiteY2" fmla="*/ 0 h 2218988"/>
                <a:gd name="connsiteX3" fmla="*/ 1657673 w 1795631"/>
                <a:gd name="connsiteY3" fmla="*/ 948640 h 2218988"/>
                <a:gd name="connsiteX4" fmla="*/ 1703624 w 1795631"/>
                <a:gd name="connsiteY4" fmla="*/ 2218988 h 2218988"/>
                <a:gd name="connsiteX5" fmla="*/ 874796 w 1795631"/>
                <a:gd name="connsiteY5" fmla="*/ 1963248 h 2218988"/>
                <a:gd name="connsiteX6" fmla="*/ 63736 w 1795631"/>
                <a:gd name="connsiteY6" fmla="*/ 2218988 h 221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5631" h="2218988">
                  <a:moveTo>
                    <a:pt x="63736" y="2218988"/>
                  </a:moveTo>
                  <a:cubicBezTo>
                    <a:pt x="-29166" y="1762136"/>
                    <a:pt x="-34385" y="1392966"/>
                    <a:pt x="142024" y="961166"/>
                  </a:cubicBezTo>
                  <a:cubicBezTo>
                    <a:pt x="318433" y="529366"/>
                    <a:pt x="505811" y="296450"/>
                    <a:pt x="883680" y="0"/>
                  </a:cubicBezTo>
                  <a:cubicBezTo>
                    <a:pt x="1180129" y="179539"/>
                    <a:pt x="1483438" y="528705"/>
                    <a:pt x="1657673" y="948640"/>
                  </a:cubicBezTo>
                  <a:cubicBezTo>
                    <a:pt x="1831908" y="1368575"/>
                    <a:pt x="1834103" y="2049887"/>
                    <a:pt x="1703624" y="2218988"/>
                  </a:cubicBezTo>
                  <a:cubicBezTo>
                    <a:pt x="1372728" y="2018571"/>
                    <a:pt x="1148111" y="1963248"/>
                    <a:pt x="874796" y="1963248"/>
                  </a:cubicBezTo>
                  <a:cubicBezTo>
                    <a:pt x="601481" y="1963248"/>
                    <a:pt x="430122" y="2035273"/>
                    <a:pt x="63736" y="2218988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  <a:alpha val="51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tar: 5 Points 16">
              <a:extLst>
                <a:ext uri="{FF2B5EF4-FFF2-40B4-BE49-F238E27FC236}">
                  <a16:creationId xmlns:a16="http://schemas.microsoft.com/office/drawing/2014/main" id="{7717AEC1-FA33-4DE4-8110-C25F9114378B}"/>
                </a:ext>
              </a:extLst>
            </p:cNvPr>
            <p:cNvSpPr/>
            <p:nvPr/>
          </p:nvSpPr>
          <p:spPr>
            <a:xfrm>
              <a:off x="841369" y="3386448"/>
              <a:ext cx="542015" cy="542015"/>
            </a:xfrm>
            <a:prstGeom prst="star5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8638"/>
            <a:ext cx="8305800" cy="563563"/>
          </a:xfrm>
        </p:spPr>
        <p:txBody>
          <a:bodyPr/>
          <a:lstStyle>
            <a:lvl1pPr>
              <a:defRPr sz="2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257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F414323-A3D4-42D3-8D4A-BD55D8D297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228600" y="6553200"/>
            <a:ext cx="1600200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fld id="{0DECBF55-DF36-4DFD-80F1-53E106A160D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70B86F8-09F7-4CB6-8400-676F9F38AB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2285999" y="6553200"/>
            <a:ext cx="4876801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300">
                <a:solidFill>
                  <a:schemeClr val="tx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8C78FC7-E9ED-4CA1-BC68-39124D5618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7620002" y="6553200"/>
            <a:ext cx="1295398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D0AF084-050E-49F9-B9F9-6A744A01164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0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9D5E8D-7CE3-461F-8001-4D3B09CF583D}" type="datetime1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C27E5-EE7C-4E6C-9240-32AFC84A8B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6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076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447800"/>
            <a:ext cx="4076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511187-2964-4840-97D5-AF6E7EC2EB14}" type="datetime1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31A3FF-C3A1-49C3-8701-17C462F95B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1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1A0772-03D1-447F-8538-C6D8A616B8C5}" type="datetime1">
              <a:rPr lang="en-US" smtClean="0"/>
              <a:t>10/5/2023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425950-ACB6-4B80-AC62-280E15828F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5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42C365-4105-41B4-B0CD-E411D1990E57}" type="datetime1">
              <a:rPr lang="en-US" smtClean="0"/>
              <a:t>10/5/2023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2C266-CDEB-4675-8E67-321454F8BF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0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B8705B-A0D9-4FA4-B1FE-17FC80C8C931}" type="datetime1">
              <a:rPr lang="en-US" smtClean="0"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481D86-7CD8-4BC2-8EDC-9379E9D175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1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880986-EC2A-4D46-85C8-F448D69A6B5E}" type="datetime1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0211F-E6E2-4C3A-BFEA-FD8F0849A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5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D5F96A9-4B1E-4FAF-8062-3E8C16044280}" type="datetime1">
              <a:rPr lang="en-US" smtClean="0"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2D2D5-1F96-4CD0-9DF1-29E93E6F4E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20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305856-C40B-4706-B034-1816FE6B6AA1}" type="datetime1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4AC5D-635B-46DE-BA84-6DC750E592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74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685800"/>
            <a:ext cx="207645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85800"/>
            <a:ext cx="607695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AD171A-4B87-4A5A-BF5F-3E793944AF12}" type="datetime1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C12CE-EC39-43C3-B504-6B6F9842BE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26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57912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305800" cy="48006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770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BCC2BFE7-E07C-4CF3-85D8-0B81F44E28B8}" type="datetime1">
              <a:rPr lang="en-US" smtClean="0"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0" y="626745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vi-VN"/>
              <a:t>PP. Nghiên Cứu Khoa Học (dành cho kỹ sư) - Đại học Đông 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71800" y="64770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306E69B0-CC55-4C12-854B-7484F30CFF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8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B6CBD1A-62AA-420B-AE92-CCB827A613FF}"/>
              </a:ext>
            </a:extLst>
          </p:cNvPr>
          <p:cNvSpPr/>
          <p:nvPr userDrawn="1"/>
        </p:nvSpPr>
        <p:spPr>
          <a:xfrm>
            <a:off x="1" y="6513632"/>
            <a:ext cx="2057397" cy="344431"/>
          </a:xfrm>
          <a:custGeom>
            <a:avLst/>
            <a:gdLst>
              <a:gd name="connsiteX0" fmla="*/ 0 w 4419599"/>
              <a:gd name="connsiteY0" fmla="*/ 0 h 343902"/>
              <a:gd name="connsiteX1" fmla="*/ 4419599 w 4419599"/>
              <a:gd name="connsiteY1" fmla="*/ 0 h 343902"/>
              <a:gd name="connsiteX2" fmla="*/ 4419599 w 4419599"/>
              <a:gd name="connsiteY2" fmla="*/ 343902 h 343902"/>
              <a:gd name="connsiteX3" fmla="*/ 0 w 4419599"/>
              <a:gd name="connsiteY3" fmla="*/ 343902 h 343902"/>
              <a:gd name="connsiteX4" fmla="*/ 0 w 4419599"/>
              <a:gd name="connsiteY4" fmla="*/ 0 h 343902"/>
              <a:gd name="connsiteX0" fmla="*/ 361950 w 4419599"/>
              <a:gd name="connsiteY0" fmla="*/ 0 h 346019"/>
              <a:gd name="connsiteX1" fmla="*/ 4419599 w 4419599"/>
              <a:gd name="connsiteY1" fmla="*/ 2117 h 346019"/>
              <a:gd name="connsiteX2" fmla="*/ 4419599 w 4419599"/>
              <a:gd name="connsiteY2" fmla="*/ 346019 h 346019"/>
              <a:gd name="connsiteX3" fmla="*/ 0 w 4419599"/>
              <a:gd name="connsiteY3" fmla="*/ 346019 h 346019"/>
              <a:gd name="connsiteX4" fmla="*/ 361950 w 4419599"/>
              <a:gd name="connsiteY4" fmla="*/ 0 h 346019"/>
              <a:gd name="connsiteX0" fmla="*/ 771173 w 4419599"/>
              <a:gd name="connsiteY0" fmla="*/ 0 h 344431"/>
              <a:gd name="connsiteX1" fmla="*/ 4419599 w 4419599"/>
              <a:gd name="connsiteY1" fmla="*/ 529 h 344431"/>
              <a:gd name="connsiteX2" fmla="*/ 4419599 w 4419599"/>
              <a:gd name="connsiteY2" fmla="*/ 344431 h 344431"/>
              <a:gd name="connsiteX3" fmla="*/ 0 w 4419599"/>
              <a:gd name="connsiteY3" fmla="*/ 344431 h 344431"/>
              <a:gd name="connsiteX4" fmla="*/ 771173 w 4419599"/>
              <a:gd name="connsiteY4" fmla="*/ 0 h 34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9599" h="344431">
                <a:moveTo>
                  <a:pt x="771173" y="0"/>
                </a:moveTo>
                <a:lnTo>
                  <a:pt x="4419599" y="529"/>
                </a:lnTo>
                <a:lnTo>
                  <a:pt x="4419599" y="344431"/>
                </a:lnTo>
                <a:lnTo>
                  <a:pt x="0" y="344431"/>
                </a:lnTo>
                <a:lnTo>
                  <a:pt x="771173" y="0"/>
                </a:lnTo>
                <a:close/>
              </a:path>
            </a:pathLst>
          </a:custGeom>
          <a:solidFill>
            <a:srgbClr val="00A2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08FFBE-3FE9-488A-AFB5-AA9A7F385BEE}"/>
              </a:ext>
            </a:extLst>
          </p:cNvPr>
          <p:cNvSpPr/>
          <p:nvPr userDrawn="1"/>
        </p:nvSpPr>
        <p:spPr>
          <a:xfrm>
            <a:off x="7391398" y="6512574"/>
            <a:ext cx="1752602" cy="343902"/>
          </a:xfrm>
          <a:custGeom>
            <a:avLst/>
            <a:gdLst>
              <a:gd name="connsiteX0" fmla="*/ 0 w 4419599"/>
              <a:gd name="connsiteY0" fmla="*/ 0 h 343902"/>
              <a:gd name="connsiteX1" fmla="*/ 4419599 w 4419599"/>
              <a:gd name="connsiteY1" fmla="*/ 0 h 343902"/>
              <a:gd name="connsiteX2" fmla="*/ 4419599 w 4419599"/>
              <a:gd name="connsiteY2" fmla="*/ 343902 h 343902"/>
              <a:gd name="connsiteX3" fmla="*/ 0 w 4419599"/>
              <a:gd name="connsiteY3" fmla="*/ 343902 h 343902"/>
              <a:gd name="connsiteX4" fmla="*/ 0 w 4419599"/>
              <a:gd name="connsiteY4" fmla="*/ 0 h 343902"/>
              <a:gd name="connsiteX0" fmla="*/ 0 w 4419599"/>
              <a:gd name="connsiteY0" fmla="*/ 0 h 343902"/>
              <a:gd name="connsiteX1" fmla="*/ 4022724 w 4419599"/>
              <a:gd name="connsiteY1" fmla="*/ 0 h 343902"/>
              <a:gd name="connsiteX2" fmla="*/ 4419599 w 4419599"/>
              <a:gd name="connsiteY2" fmla="*/ 343902 h 343902"/>
              <a:gd name="connsiteX3" fmla="*/ 0 w 4419599"/>
              <a:gd name="connsiteY3" fmla="*/ 343902 h 343902"/>
              <a:gd name="connsiteX4" fmla="*/ 0 w 4419599"/>
              <a:gd name="connsiteY4" fmla="*/ 0 h 343902"/>
              <a:gd name="connsiteX0" fmla="*/ 0 w 4419599"/>
              <a:gd name="connsiteY0" fmla="*/ 0 h 343902"/>
              <a:gd name="connsiteX1" fmla="*/ 3458265 w 4419599"/>
              <a:gd name="connsiteY1" fmla="*/ 0 h 343902"/>
              <a:gd name="connsiteX2" fmla="*/ 4419599 w 4419599"/>
              <a:gd name="connsiteY2" fmla="*/ 343902 h 343902"/>
              <a:gd name="connsiteX3" fmla="*/ 0 w 4419599"/>
              <a:gd name="connsiteY3" fmla="*/ 343902 h 343902"/>
              <a:gd name="connsiteX4" fmla="*/ 0 w 4419599"/>
              <a:gd name="connsiteY4" fmla="*/ 0 h 343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19599" h="343902">
                <a:moveTo>
                  <a:pt x="0" y="0"/>
                </a:moveTo>
                <a:lnTo>
                  <a:pt x="3458265" y="0"/>
                </a:lnTo>
                <a:lnTo>
                  <a:pt x="4419599" y="343902"/>
                </a:lnTo>
                <a:lnTo>
                  <a:pt x="0" y="34390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DCD547-6D4F-484A-96FB-2C6F41F4E636}"/>
              </a:ext>
            </a:extLst>
          </p:cNvPr>
          <p:cNvSpPr/>
          <p:nvPr userDrawn="1"/>
        </p:nvSpPr>
        <p:spPr>
          <a:xfrm>
            <a:off x="2057401" y="6514162"/>
            <a:ext cx="5334000" cy="343902"/>
          </a:xfrm>
          <a:prstGeom prst="rect">
            <a:avLst/>
          </a:prstGeom>
          <a:solidFill>
            <a:srgbClr val="A5E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81000" y="990600"/>
            <a:ext cx="8305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 userDrawn="1">
            <p:ph type="dt" sz="half" idx="2"/>
          </p:nvPr>
        </p:nvSpPr>
        <p:spPr bwMode="white">
          <a:xfrm>
            <a:off x="434896" y="6546030"/>
            <a:ext cx="1600200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fld id="{99874F1F-C7F9-4726-95F2-5FF9ECBFFC30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 userDrawn="1">
            <p:ph type="ftr" sz="quarter" idx="3"/>
          </p:nvPr>
        </p:nvSpPr>
        <p:spPr bwMode="white">
          <a:xfrm>
            <a:off x="2285999" y="6546030"/>
            <a:ext cx="4876801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300">
                <a:solidFill>
                  <a:schemeClr val="tx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 userDrawn="1">
            <p:ph type="sldNum" sz="quarter" idx="4"/>
          </p:nvPr>
        </p:nvSpPr>
        <p:spPr bwMode="white">
          <a:xfrm>
            <a:off x="7428573" y="6546030"/>
            <a:ext cx="1295398" cy="29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tx1"/>
                </a:solidFill>
                <a:latin typeface="Times     New Roman"/>
                <a:cs typeface="Times New Roman" panose="02020603050405020304" pitchFamily="18" charset="0"/>
              </a:defRPr>
            </a:lvl1pPr>
          </a:lstStyle>
          <a:p>
            <a:fld id="{5D0AF084-050E-49F9-B9F9-6A744A0116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26" name="Rectangle 2"/>
          <p:cNvSpPr>
            <a:spLocks noGrp="1" noChangeArrowheads="1"/>
          </p:cNvSpPr>
          <p:nvPr userDrawn="1">
            <p:ph type="title"/>
          </p:nvPr>
        </p:nvSpPr>
        <p:spPr bwMode="gray">
          <a:xfrm>
            <a:off x="381000" y="217937"/>
            <a:ext cx="8305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7A43E0-B6D7-49D1-A5EB-71A34EAE7D69}"/>
              </a:ext>
            </a:extLst>
          </p:cNvPr>
          <p:cNvGrpSpPr/>
          <p:nvPr userDrawn="1"/>
        </p:nvGrpSpPr>
        <p:grpSpPr>
          <a:xfrm>
            <a:off x="1" y="1"/>
            <a:ext cx="9144000" cy="160439"/>
            <a:chOff x="1" y="1"/>
            <a:chExt cx="9144000" cy="160439"/>
          </a:xfrm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52F6AF-07C1-4C38-8018-9F58A57FFA6C}"/>
                </a:ext>
              </a:extLst>
            </p:cNvPr>
            <p:cNvSpPr/>
            <p:nvPr userDrawn="1"/>
          </p:nvSpPr>
          <p:spPr>
            <a:xfrm>
              <a:off x="1" y="1"/>
              <a:ext cx="4571999" cy="159381"/>
            </a:xfrm>
            <a:custGeom>
              <a:avLst/>
              <a:gdLst>
                <a:gd name="connsiteX0" fmla="*/ 0 w 4571999"/>
                <a:gd name="connsiteY0" fmla="*/ 0 h 157264"/>
                <a:gd name="connsiteX1" fmla="*/ 4571999 w 4571999"/>
                <a:gd name="connsiteY1" fmla="*/ 0 h 157264"/>
                <a:gd name="connsiteX2" fmla="*/ 4571999 w 4571999"/>
                <a:gd name="connsiteY2" fmla="*/ 157264 h 157264"/>
                <a:gd name="connsiteX3" fmla="*/ 0 w 4571999"/>
                <a:gd name="connsiteY3" fmla="*/ 157264 h 157264"/>
                <a:gd name="connsiteX4" fmla="*/ 0 w 4571999"/>
                <a:gd name="connsiteY4" fmla="*/ 0 h 157264"/>
                <a:gd name="connsiteX0" fmla="*/ 0 w 4571999"/>
                <a:gd name="connsiteY0" fmla="*/ 0 h 159381"/>
                <a:gd name="connsiteX1" fmla="*/ 4571999 w 4571999"/>
                <a:gd name="connsiteY1" fmla="*/ 0 h 159381"/>
                <a:gd name="connsiteX2" fmla="*/ 4571999 w 4571999"/>
                <a:gd name="connsiteY2" fmla="*/ 157264 h 159381"/>
                <a:gd name="connsiteX3" fmla="*/ 160866 w 4571999"/>
                <a:gd name="connsiteY3" fmla="*/ 159381 h 159381"/>
                <a:gd name="connsiteX4" fmla="*/ 0 w 4571999"/>
                <a:gd name="connsiteY4" fmla="*/ 0 h 15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1999" h="159381">
                  <a:moveTo>
                    <a:pt x="0" y="0"/>
                  </a:moveTo>
                  <a:lnTo>
                    <a:pt x="4571999" y="0"/>
                  </a:lnTo>
                  <a:lnTo>
                    <a:pt x="4571999" y="157264"/>
                  </a:lnTo>
                  <a:lnTo>
                    <a:pt x="160866" y="159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2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55EC56-DBA1-4854-B468-7374D357E076}"/>
                </a:ext>
              </a:extLst>
            </p:cNvPr>
            <p:cNvSpPr/>
            <p:nvPr userDrawn="1"/>
          </p:nvSpPr>
          <p:spPr>
            <a:xfrm>
              <a:off x="4572000" y="1"/>
              <a:ext cx="4572001" cy="160439"/>
            </a:xfrm>
            <a:custGeom>
              <a:avLst/>
              <a:gdLst>
                <a:gd name="connsiteX0" fmla="*/ 0 w 4571999"/>
                <a:gd name="connsiteY0" fmla="*/ 0 h 157264"/>
                <a:gd name="connsiteX1" fmla="*/ 4571999 w 4571999"/>
                <a:gd name="connsiteY1" fmla="*/ 0 h 157264"/>
                <a:gd name="connsiteX2" fmla="*/ 4571999 w 4571999"/>
                <a:gd name="connsiteY2" fmla="*/ 157264 h 157264"/>
                <a:gd name="connsiteX3" fmla="*/ 0 w 4571999"/>
                <a:gd name="connsiteY3" fmla="*/ 157264 h 157264"/>
                <a:gd name="connsiteX4" fmla="*/ 0 w 4571999"/>
                <a:gd name="connsiteY4" fmla="*/ 0 h 157264"/>
                <a:gd name="connsiteX0" fmla="*/ 0 w 4571999"/>
                <a:gd name="connsiteY0" fmla="*/ 0 h 160439"/>
                <a:gd name="connsiteX1" fmla="*/ 4571999 w 4571999"/>
                <a:gd name="connsiteY1" fmla="*/ 0 h 160439"/>
                <a:gd name="connsiteX2" fmla="*/ 4413249 w 4571999"/>
                <a:gd name="connsiteY2" fmla="*/ 160439 h 160439"/>
                <a:gd name="connsiteX3" fmla="*/ 0 w 4571999"/>
                <a:gd name="connsiteY3" fmla="*/ 157264 h 160439"/>
                <a:gd name="connsiteX4" fmla="*/ 0 w 4571999"/>
                <a:gd name="connsiteY4" fmla="*/ 0 h 160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1999" h="160439">
                  <a:moveTo>
                    <a:pt x="0" y="0"/>
                  </a:moveTo>
                  <a:lnTo>
                    <a:pt x="4571999" y="0"/>
                  </a:lnTo>
                  <a:lnTo>
                    <a:pt x="4413249" y="160439"/>
                  </a:lnTo>
                  <a:lnTo>
                    <a:pt x="0" y="157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>
              <a:lumMod val="75000"/>
            </a:schemeClr>
          </a:solidFill>
          <a:latin typeface="Times     New Roman"/>
          <a:ea typeface="+mj-ea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None/>
        <a:defRPr sz="3000">
          <a:solidFill>
            <a:schemeClr val="tx1"/>
          </a:solidFill>
          <a:latin typeface="Times     New Roman"/>
          <a:ea typeface="+mn-ea"/>
          <a:cs typeface="Times New Roman" panose="02020603050405020304" pitchFamily="18" charset="0"/>
        </a:defRPr>
      </a:lvl1pPr>
      <a:lvl2pPr marL="5397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75000"/>
          </a:schemeClr>
        </a:buClr>
        <a:buFont typeface="Arial" panose="020B0604020202020204" pitchFamily="34" charset="0"/>
        <a:buChar char="•"/>
        <a:defRPr sz="2800">
          <a:solidFill>
            <a:schemeClr val="tx1"/>
          </a:solidFill>
          <a:latin typeface="Times     New Roman"/>
          <a:cs typeface="Times New Roman" panose="02020603050405020304" pitchFamily="18" charset="0"/>
        </a:defRPr>
      </a:lvl2pPr>
      <a:lvl3pPr marL="895350" indent="-35560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75000"/>
          </a:schemeClr>
        </a:buClr>
        <a:buFont typeface="Arial" panose="020B0604020202020204" pitchFamily="34" charset="0"/>
        <a:buChar char="•"/>
        <a:defRPr sz="2400">
          <a:solidFill>
            <a:schemeClr val="tx1"/>
          </a:solidFill>
          <a:latin typeface="Times     New Roman"/>
          <a:cs typeface="Times New Roman" panose="02020603050405020304" pitchFamily="18" charset="0"/>
        </a:defRPr>
      </a:lvl3pPr>
      <a:lvl4pPr marL="1257300" indent="-3619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75000"/>
          </a:schemeClr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Times     New Roman"/>
          <a:cs typeface="Times New Roman" panose="02020603050405020304" pitchFamily="18" charset="0"/>
        </a:defRPr>
      </a:lvl4pPr>
      <a:lvl5pPr marL="1612900" indent="-35560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75000"/>
          </a:schemeClr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Times     New Roman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C267FAC5-A7F7-63CE-EE65-1DBA620C4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84769"/>
              </p:ext>
            </p:extLst>
          </p:nvPr>
        </p:nvGraphicFramePr>
        <p:xfrm>
          <a:off x="762000" y="1295400"/>
          <a:ext cx="7713072" cy="4678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872">
                  <a:extLst>
                    <a:ext uri="{9D8B030D-6E8A-4147-A177-3AD203B41FA5}">
                      <a16:colId xmlns:a16="http://schemas.microsoft.com/office/drawing/2014/main" val="188458863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530021079"/>
                    </a:ext>
                  </a:extLst>
                </a:gridCol>
              </a:tblGrid>
              <a:tr h="77972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Các loại sai số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Cách tính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713407"/>
                  </a:ext>
                </a:extLst>
              </a:tr>
              <a:tr h="779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>
                          <a:solidFill>
                            <a:sysClr val="windowText" lastClr="000000"/>
                          </a:solidFill>
                        </a:rPr>
                        <a:t>Giá trị trung bình</a:t>
                      </a:r>
                      <a:endParaRPr lang="vi-VN" i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330180"/>
                  </a:ext>
                </a:extLst>
              </a:tr>
              <a:tr h="779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u="none">
                          <a:solidFill>
                            <a:sysClr val="windowText" lastClr="000000"/>
                          </a:solidFill>
                        </a:rPr>
                        <a:t>Sai số tuyệt đối</a:t>
                      </a:r>
                      <a:endParaRPr lang="vi-VN" sz="1800" i="1" u="none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610899"/>
                  </a:ext>
                </a:extLst>
              </a:tr>
              <a:tr h="779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i="1">
                          <a:solidFill>
                            <a:sysClr val="windowText" lastClr="000000"/>
                          </a:solidFill>
                        </a:rPr>
                        <a:t>Sai số t</a:t>
                      </a:r>
                      <a:r>
                        <a:rPr lang="en-US" i="1">
                          <a:solidFill>
                            <a:sysClr val="windowText" lastClr="000000"/>
                          </a:solidFill>
                        </a:rPr>
                        <a:t>rung bình</a:t>
                      </a:r>
                      <a:endParaRPr lang="vi-VN" i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770986"/>
                  </a:ext>
                </a:extLst>
              </a:tr>
              <a:tr h="779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i="1">
                          <a:solidFill>
                            <a:sysClr val="windowText" lastClr="000000"/>
                          </a:solidFill>
                        </a:rPr>
                        <a:t>Sai số tương đối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291984"/>
                  </a:ext>
                </a:extLst>
              </a:tr>
              <a:tr h="7797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>
                          <a:solidFill>
                            <a:sysClr val="windowText" lastClr="000000"/>
                          </a:solidFill>
                        </a:rPr>
                        <a:t>Sai số toàn bộ phép đo</a:t>
                      </a:r>
                      <a:endParaRPr lang="vi-VN" i="1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1954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1B3836F-9559-6E80-2925-A0DD3CBA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Nhân tố lỗi và độ tin cậy trong phân tích dữ liệu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8F32D-E7E1-7EC7-BA60-D2614FAF0C0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EBC797-7E1C-41D2-A1BB-F2CAF2A7A20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90B0A-6379-8691-8543-88D4DD48C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4EF82-BCE0-384D-5D74-A8632332B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AF084-050E-49F9-B9F9-6A744A011648}" type="slidenum">
              <a:rPr lang="en-US" smtClean="0"/>
              <a:pPr/>
              <a:t>1</a:t>
            </a:fld>
            <a:endParaRPr lang="en-US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CA72F80-BCAB-08A8-E10F-245DA0B8B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464863"/>
              </p:ext>
            </p:extLst>
          </p:nvPr>
        </p:nvGraphicFramePr>
        <p:xfrm>
          <a:off x="3760568" y="3019552"/>
          <a:ext cx="2717824" cy="426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253800" progId="Equation.DSMT4">
                  <p:embed/>
                </p:oleObj>
              </mc:Choice>
              <mc:Fallback>
                <p:oleObj name="Equation" r:id="rId2" imgW="16128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60568" y="3019552"/>
                        <a:ext cx="2717824" cy="426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6A811EB-78E9-0B60-F226-361BA3724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887249"/>
              </p:ext>
            </p:extLst>
          </p:nvPr>
        </p:nvGraphicFramePr>
        <p:xfrm>
          <a:off x="3796084" y="2125992"/>
          <a:ext cx="2717824" cy="642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393480" progId="Equation.DSMT4">
                  <p:embed/>
                </p:oleObj>
              </mc:Choice>
              <mc:Fallback>
                <p:oleObj name="Equation" r:id="rId4" imgW="1663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96084" y="2125992"/>
                        <a:ext cx="2717824" cy="642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8636777-9826-0154-0F36-7A244E9815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106232"/>
              </p:ext>
            </p:extLst>
          </p:nvPr>
        </p:nvGraphicFramePr>
        <p:xfrm>
          <a:off x="3745723" y="4448453"/>
          <a:ext cx="206057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44240" progId="Equation.DSMT4">
                  <p:embed/>
                </p:oleObj>
              </mc:Choice>
              <mc:Fallback>
                <p:oleObj name="Equation" r:id="rId6" imgW="1371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45723" y="4448453"/>
                        <a:ext cx="2060575" cy="668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153CBB4-6CB3-D7DE-3959-2D51784C51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330649"/>
              </p:ext>
            </p:extLst>
          </p:nvPr>
        </p:nvGraphicFramePr>
        <p:xfrm>
          <a:off x="3760568" y="3705966"/>
          <a:ext cx="2717824" cy="6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393480" progId="Equation.DSMT4">
                  <p:embed/>
                </p:oleObj>
              </mc:Choice>
              <mc:Fallback>
                <p:oleObj name="Equation" r:id="rId8" imgW="17017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60568" y="3705966"/>
                        <a:ext cx="2717824" cy="62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2A26BE7-8B52-779A-B4F1-02F613C09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178685"/>
              </p:ext>
            </p:extLst>
          </p:nvPr>
        </p:nvGraphicFramePr>
        <p:xfrm>
          <a:off x="4044950" y="5410200"/>
          <a:ext cx="36306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98600" imgH="241200" progId="Equation.DSMT4">
                  <p:embed/>
                </p:oleObj>
              </mc:Choice>
              <mc:Fallback>
                <p:oleObj name="Equation" r:id="rId10" imgW="229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44950" y="5410200"/>
                        <a:ext cx="3630613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6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D00A-DC64-00A7-906C-35FF5558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667C-4984-EF7D-EEAA-DD8B80847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914400"/>
          </a:xfrm>
        </p:spPr>
        <p:txBody>
          <a:bodyPr/>
          <a:lstStyle/>
          <a:p>
            <a:r>
              <a:rPr lang="en-US" b="1"/>
              <a:t>Ví dụ 2: </a:t>
            </a:r>
            <a:r>
              <a:rPr lang="en-US"/>
              <a:t>Dựa trên dữ liệu nhiệt độ Đà Nẵng với sai số nhiệt kế là 0.5 độ. Hãy tính các giá trị và điền vào ô trống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E4B6-9705-0A8C-AA4C-855FC857BA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EBC797-7E1C-41D2-A1BB-F2CAF2A7A20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E0E8D-D37A-63A7-BB96-BD538031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4BF3F-BA46-3202-1A2D-BDCDBA02E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AF084-050E-49F9-B9F9-6A744A01164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8" name="Picture 4" descr="Thoi Tiet Da Nang">
            <a:extLst>
              <a:ext uri="{FF2B5EF4-FFF2-40B4-BE49-F238E27FC236}">
                <a16:creationId xmlns:a16="http://schemas.microsoft.com/office/drawing/2014/main" id="{A173F680-0563-29C1-074E-DCCC8301A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722" y="2057400"/>
            <a:ext cx="6008356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75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D00A-DC64-00A7-906C-35FF5558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667C-4984-EF7D-EEAA-DD8B80847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914400"/>
          </a:xfrm>
        </p:spPr>
        <p:txBody>
          <a:bodyPr/>
          <a:lstStyle/>
          <a:p>
            <a:r>
              <a:rPr lang="en-US" b="1"/>
              <a:t>Ví dụ 3: </a:t>
            </a:r>
            <a:r>
              <a:rPr lang="en-US"/>
              <a:t>Dựa trên dữ liệu lượng mưa Đà Nẵng với thang đo bé nhất là 0,5 mm. Hãy tính các giá trị và điền vào ô trống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E4B6-9705-0A8C-AA4C-855FC857BA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EBC797-7E1C-41D2-A1BB-F2CAF2A7A20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E0E8D-D37A-63A7-BB96-BD538031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4BF3F-BA46-3202-1A2D-BDCDBA02E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AF084-050E-49F9-B9F9-6A744A01164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96150D-3671-0ED3-0ADB-0154F1BA4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9206921" cy="5307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02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D00A-DC64-00A7-906C-35FF5558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667C-4984-EF7D-EEAA-DD8B8084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Ví dụ 2: </a:t>
            </a:r>
            <a:r>
              <a:rPr lang="en-US"/>
              <a:t>Dựa trên dữ liệu nhiệt độ Đà Nẵng với sai số nhiệt kế là 0.5 độ. Hãy tính các giá trị và điền vào ô trống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E4B6-9705-0A8C-AA4C-855FC857BA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EBC797-7E1C-41D2-A1BB-F2CAF2A7A20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E0E8D-D37A-63A7-BB96-BD538031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4BF3F-BA46-3202-1A2D-BDCDBA02E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AF084-050E-49F9-B9F9-6A744A011648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C95F60C-6B4A-D915-9C50-DFDB9888F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325383"/>
              </p:ext>
            </p:extLst>
          </p:nvPr>
        </p:nvGraphicFramePr>
        <p:xfrm>
          <a:off x="525114" y="1828800"/>
          <a:ext cx="8017571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243">
                  <a:extLst>
                    <a:ext uri="{9D8B030D-6E8A-4147-A177-3AD203B41FA5}">
                      <a16:colId xmlns:a16="http://schemas.microsoft.com/office/drawing/2014/main" val="2909447798"/>
                    </a:ext>
                  </a:extLst>
                </a:gridCol>
                <a:gridCol w="1065947">
                  <a:extLst>
                    <a:ext uri="{9D8B030D-6E8A-4147-A177-3AD203B41FA5}">
                      <a16:colId xmlns:a16="http://schemas.microsoft.com/office/drawing/2014/main" val="650069911"/>
                    </a:ext>
                  </a:extLst>
                </a:gridCol>
                <a:gridCol w="1288409">
                  <a:extLst>
                    <a:ext uri="{9D8B030D-6E8A-4147-A177-3AD203B41FA5}">
                      <a16:colId xmlns:a16="http://schemas.microsoft.com/office/drawing/2014/main" val="1307487497"/>
                    </a:ext>
                  </a:extLst>
                </a:gridCol>
                <a:gridCol w="1161124">
                  <a:extLst>
                    <a:ext uri="{9D8B030D-6E8A-4147-A177-3AD203B41FA5}">
                      <a16:colId xmlns:a16="http://schemas.microsoft.com/office/drawing/2014/main" val="3239456303"/>
                    </a:ext>
                  </a:extLst>
                </a:gridCol>
                <a:gridCol w="1233694">
                  <a:extLst>
                    <a:ext uri="{9D8B030D-6E8A-4147-A177-3AD203B41FA5}">
                      <a16:colId xmlns:a16="http://schemas.microsoft.com/office/drawing/2014/main" val="1904430845"/>
                    </a:ext>
                  </a:extLst>
                </a:gridCol>
                <a:gridCol w="1235577">
                  <a:extLst>
                    <a:ext uri="{9D8B030D-6E8A-4147-A177-3AD203B41FA5}">
                      <a16:colId xmlns:a16="http://schemas.microsoft.com/office/drawing/2014/main" val="877462004"/>
                    </a:ext>
                  </a:extLst>
                </a:gridCol>
                <a:gridCol w="1235577">
                  <a:extLst>
                    <a:ext uri="{9D8B030D-6E8A-4147-A177-3AD203B41FA5}">
                      <a16:colId xmlns:a16="http://schemas.microsoft.com/office/drawing/2014/main" val="4039774872"/>
                    </a:ext>
                  </a:extLst>
                </a:gridCol>
              </a:tblGrid>
              <a:tr h="49972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Tháng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Nhiệt độ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Nhiệt độ trung bình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Sai số tuyệt đối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Sai số trung bình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>
                          <a:latin typeface="Times     New Roman"/>
                        </a:rPr>
                        <a:t>Sai số tương đối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Sai số toàn bộ phép đo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444338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49857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908275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97147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254778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555359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967808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234443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77313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29666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80840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49950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362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38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D00A-DC64-00A7-906C-35FF5558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667C-4984-EF7D-EEAA-DD8B8084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Ví dụ 3: </a:t>
            </a:r>
            <a:r>
              <a:rPr lang="en-US"/>
              <a:t>Dựa trên dữ liệu lượng mưa Đà Nẵng với sai số nhiệt kế là 0,5 mm. Hãy tính các giá trị và điền vào ô trống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E4B6-9705-0A8C-AA4C-855FC857BA4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EBC797-7E1C-41D2-A1BB-F2CAF2A7A20F}" type="datetime1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E0E8D-D37A-63A7-BB96-BD538031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vi-VN"/>
              <a:t>PP. Nghiên Cứu Khoa Học (dành cho kỹ sư) - Đại học Đông 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4BF3F-BA46-3202-1A2D-BDCDBA02E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AF084-050E-49F9-B9F9-6A744A01164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C95F60C-6B4A-D915-9C50-DFDB9888F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043311"/>
              </p:ext>
            </p:extLst>
          </p:nvPr>
        </p:nvGraphicFramePr>
        <p:xfrm>
          <a:off x="525114" y="1828800"/>
          <a:ext cx="8017571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243">
                  <a:extLst>
                    <a:ext uri="{9D8B030D-6E8A-4147-A177-3AD203B41FA5}">
                      <a16:colId xmlns:a16="http://schemas.microsoft.com/office/drawing/2014/main" val="2909447798"/>
                    </a:ext>
                  </a:extLst>
                </a:gridCol>
                <a:gridCol w="1065947">
                  <a:extLst>
                    <a:ext uri="{9D8B030D-6E8A-4147-A177-3AD203B41FA5}">
                      <a16:colId xmlns:a16="http://schemas.microsoft.com/office/drawing/2014/main" val="650069911"/>
                    </a:ext>
                  </a:extLst>
                </a:gridCol>
                <a:gridCol w="1288409">
                  <a:extLst>
                    <a:ext uri="{9D8B030D-6E8A-4147-A177-3AD203B41FA5}">
                      <a16:colId xmlns:a16="http://schemas.microsoft.com/office/drawing/2014/main" val="1307487497"/>
                    </a:ext>
                  </a:extLst>
                </a:gridCol>
                <a:gridCol w="1161124">
                  <a:extLst>
                    <a:ext uri="{9D8B030D-6E8A-4147-A177-3AD203B41FA5}">
                      <a16:colId xmlns:a16="http://schemas.microsoft.com/office/drawing/2014/main" val="3239456303"/>
                    </a:ext>
                  </a:extLst>
                </a:gridCol>
                <a:gridCol w="1233694">
                  <a:extLst>
                    <a:ext uri="{9D8B030D-6E8A-4147-A177-3AD203B41FA5}">
                      <a16:colId xmlns:a16="http://schemas.microsoft.com/office/drawing/2014/main" val="1904430845"/>
                    </a:ext>
                  </a:extLst>
                </a:gridCol>
                <a:gridCol w="1235577">
                  <a:extLst>
                    <a:ext uri="{9D8B030D-6E8A-4147-A177-3AD203B41FA5}">
                      <a16:colId xmlns:a16="http://schemas.microsoft.com/office/drawing/2014/main" val="877462004"/>
                    </a:ext>
                  </a:extLst>
                </a:gridCol>
                <a:gridCol w="1235577">
                  <a:extLst>
                    <a:ext uri="{9D8B030D-6E8A-4147-A177-3AD203B41FA5}">
                      <a16:colId xmlns:a16="http://schemas.microsoft.com/office/drawing/2014/main" val="4039774872"/>
                    </a:ext>
                  </a:extLst>
                </a:gridCol>
              </a:tblGrid>
              <a:tr h="49972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Tháng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Lượng mưa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Lượng mữa trung bình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Sai số tuyệt đối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Sai số trung bình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400">
                          <a:latin typeface="Times     New Roman"/>
                        </a:rPr>
                        <a:t>Sai số tương đối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    New Roman"/>
                        </a:rPr>
                        <a:t>Sai số toàn bộ phép đo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444338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 dirty="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/>
                      <a:endParaRPr lang="en-US" sz="1600" dirty="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49857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908275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97147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254778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555359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967808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234443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77313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229666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80840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49950"/>
                  </a:ext>
                </a:extLst>
              </a:tr>
              <a:tr h="319999">
                <a:tc>
                  <a:txBody>
                    <a:bodyPr/>
                    <a:lstStyle/>
                    <a:p>
                      <a:endParaRPr lang="en-US" sz="1600">
                        <a:latin typeface="Times     New Roman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>
                        <a:latin typeface="Times     New Roman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362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22048"/>
      </p:ext>
    </p:extLst>
  </p:cSld>
  <p:clrMapOvr>
    <a:masterClrMapping/>
  </p:clrMapOvr>
</p:sld>
</file>

<file path=ppt/theme/theme1.xml><?xml version="1.0" encoding="utf-8"?>
<a:theme xmlns:a="http://schemas.openxmlformats.org/drawingml/2006/main" name="cooperation_light_v2">
  <a:themeElements>
    <a:clrScheme name="188tgp_cooperation_light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3663F"/>
      </a:accent2>
      <a:accent3>
        <a:srgbClr val="FFFFFF"/>
      </a:accent3>
      <a:accent4>
        <a:srgbClr val="000000"/>
      </a:accent4>
      <a:accent5>
        <a:srgbClr val="B9CCF2"/>
      </a:accent5>
      <a:accent6>
        <a:srgbClr val="CE5C38"/>
      </a:accent6>
      <a:hlink>
        <a:srgbClr val="7476DC"/>
      </a:hlink>
      <a:folHlink>
        <a:srgbClr val="7FB242"/>
      </a:folHlink>
    </a:clrScheme>
    <a:fontScheme name="188tgp_cooperation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88tgp_cooperation_light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8tgp_cooperation_light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8tgp_cooperation_light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3663F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CE5C38"/>
        </a:accent6>
        <a:hlink>
          <a:srgbClr val="7476DC"/>
        </a:hlink>
        <a:folHlink>
          <a:srgbClr val="7FB24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cooperation_light_v2</Template>
  <TotalTime>17271</TotalTime>
  <Words>312</Words>
  <Application>Microsoft Office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NewComputerModernMono10</vt:lpstr>
      <vt:lpstr>Times     New Roman</vt:lpstr>
      <vt:lpstr>Times New Roman</vt:lpstr>
      <vt:lpstr>Wingdings</vt:lpstr>
      <vt:lpstr>cooperation_light_v2</vt:lpstr>
      <vt:lpstr>Equation</vt:lpstr>
      <vt:lpstr>8. Nhân tố lỗi và độ tin cậy trong phân tích dữ liệu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DUONGHAI LA</cp:lastModifiedBy>
  <cp:revision>355</cp:revision>
  <dcterms:created xsi:type="dcterms:W3CDTF">2020-08-25T10:07:11Z</dcterms:created>
  <dcterms:modified xsi:type="dcterms:W3CDTF">2023-10-05T08:32:24Z</dcterms:modified>
</cp:coreProperties>
</file>